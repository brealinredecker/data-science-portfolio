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62" r:id="rId5"/>
    <p:sldId id="264" r:id="rId6"/>
    <p:sldId id="263" r:id="rId7"/>
    <p:sldId id="260" r:id="rId8"/>
    <p:sldId id="279" r:id="rId9"/>
    <p:sldId id="272" r:id="rId10"/>
    <p:sldId id="275" r:id="rId11"/>
    <p:sldId id="276" r:id="rId12"/>
    <p:sldId id="277" r:id="rId13"/>
    <p:sldId id="278" r:id="rId14"/>
    <p:sldId id="274" r:id="rId15"/>
    <p:sldId id="271" r:id="rId16"/>
    <p:sldId id="265" r:id="rId17"/>
    <p:sldId id="268" r:id="rId18"/>
    <p:sldId id="267" r:id="rId19"/>
    <p:sldId id="270" r:id="rId20"/>
    <p:sldId id="266" r:id="rId21"/>
    <p:sldId id="280" r:id="rId22"/>
    <p:sldId id="281" r:id="rId23"/>
    <p:sldId id="273" r:id="rId24"/>
  </p:sldIdLst>
  <p:sldSz cx="18288000" cy="10287000"/>
  <p:notesSz cx="6858000" cy="9144000"/>
  <p:embeddedFontLst>
    <p:embeddedFont>
      <p:font typeface="Aristotelica Pro" panose="020B0604020202020204" charset="0"/>
      <p:regular r:id="rId26"/>
    </p:embeddedFont>
    <p:embeddedFont>
      <p:font typeface="Aristotelica Pro Bold" panose="020B0604020202020204" charset="0"/>
      <p:regular r:id="rId27"/>
    </p:embeddedFont>
    <p:embeddedFont>
      <p:font typeface="Paalalabas Wide" panose="020B0604020202020204" charset="0"/>
      <p:regular r:id="rId28"/>
    </p:embeddedFont>
    <p:embeddedFont>
      <p:font typeface="Roboto" panose="02000000000000000000" pitchFamily="2"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BFB"/>
    <a:srgbClr val="F3F3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83ED16-49D3-7702-29DA-83CC77349018}" v="2421" dt="2025-12-13T14:23:05.468"/>
    <p1510:client id="{27555CD9-2FDA-FAD6-9CB2-A9098F085995}" v="3648" dt="2025-12-13T14:24:41.835"/>
    <p1510:client id="{5715FB60-D7FA-1007-00E9-CE65C316D35A}" v="432" dt="2025-12-14T22:37:40.015"/>
    <p1510:client id="{DB39A2A5-5C18-6417-1F1A-21F98615A0AB}" v="36" dt="2025-12-13T14:03:42.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Fackler" userId="S::jfackler@syr.edu::c8cc3452-21f5-4e8c-9c1b-86ba68bafe2b" providerId="AD" clId="Web-{27555CD9-2FDA-FAD6-9CB2-A9098F085995}"/>
    <pc:docChg chg="addSld delSld modSld sldOrd">
      <pc:chgData name="Jessica Fackler" userId="S::jfackler@syr.edu::c8cc3452-21f5-4e8c-9c1b-86ba68bafe2b" providerId="AD" clId="Web-{27555CD9-2FDA-FAD6-9CB2-A9098F085995}" dt="2025-12-13T14:24:41.835" v="2467"/>
      <pc:docMkLst>
        <pc:docMk/>
      </pc:docMkLst>
      <pc:sldChg chg="modSp">
        <pc:chgData name="Jessica Fackler" userId="S::jfackler@syr.edu::c8cc3452-21f5-4e8c-9c1b-86ba68bafe2b" providerId="AD" clId="Web-{27555CD9-2FDA-FAD6-9CB2-A9098F085995}" dt="2025-12-13T12:21:59.736" v="6" actId="20577"/>
        <pc:sldMkLst>
          <pc:docMk/>
          <pc:sldMk cId="0" sldId="258"/>
        </pc:sldMkLst>
        <pc:spChg chg="mod">
          <ac:chgData name="Jessica Fackler" userId="S::jfackler@syr.edu::c8cc3452-21f5-4e8c-9c1b-86ba68bafe2b" providerId="AD" clId="Web-{27555CD9-2FDA-FAD6-9CB2-A9098F085995}" dt="2025-12-13T12:21:59.736" v="6" actId="20577"/>
          <ac:spMkLst>
            <pc:docMk/>
            <pc:sldMk cId="0" sldId="258"/>
            <ac:spMk id="9" creationId="{00000000-0000-0000-0000-000000000000}"/>
          </ac:spMkLst>
        </pc:spChg>
      </pc:sldChg>
      <pc:sldChg chg="addSp delSp modSp">
        <pc:chgData name="Jessica Fackler" userId="S::jfackler@syr.edu::c8cc3452-21f5-4e8c-9c1b-86ba68bafe2b" providerId="AD" clId="Web-{27555CD9-2FDA-FAD6-9CB2-A9098F085995}" dt="2025-12-13T13:50:51.950" v="1779" actId="1076"/>
        <pc:sldMkLst>
          <pc:docMk/>
          <pc:sldMk cId="0" sldId="260"/>
        </pc:sldMkLst>
        <pc:spChg chg="mod">
          <ac:chgData name="Jessica Fackler" userId="S::jfackler@syr.edu::c8cc3452-21f5-4e8c-9c1b-86ba68bafe2b" providerId="AD" clId="Web-{27555CD9-2FDA-FAD6-9CB2-A9098F085995}" dt="2025-12-13T12:39:55.412" v="10" actId="1076"/>
          <ac:spMkLst>
            <pc:docMk/>
            <pc:sldMk cId="0" sldId="260"/>
            <ac:spMk id="2" creationId="{00000000-0000-0000-0000-000000000000}"/>
          </ac:spMkLst>
        </pc:spChg>
        <pc:spChg chg="del">
          <ac:chgData name="Jessica Fackler" userId="S::jfackler@syr.edu::c8cc3452-21f5-4e8c-9c1b-86ba68bafe2b" providerId="AD" clId="Web-{27555CD9-2FDA-FAD6-9CB2-A9098F085995}" dt="2025-12-13T13:50:43.106" v="1777"/>
          <ac:spMkLst>
            <pc:docMk/>
            <pc:sldMk cId="0" sldId="260"/>
            <ac:spMk id="8" creationId="{00000000-0000-0000-0000-000000000000}"/>
          </ac:spMkLst>
        </pc:spChg>
        <pc:picChg chg="add mod">
          <ac:chgData name="Jessica Fackler" userId="S::jfackler@syr.edu::c8cc3452-21f5-4e8c-9c1b-86ba68bafe2b" providerId="AD" clId="Web-{27555CD9-2FDA-FAD6-9CB2-A9098F085995}" dt="2025-12-13T13:50:51.950" v="1779" actId="1076"/>
          <ac:picMkLst>
            <pc:docMk/>
            <pc:sldMk cId="0" sldId="260"/>
            <ac:picMk id="14" creationId="{8E8BB96C-9369-BF97-A3E5-D7C4AFAAADDB}"/>
          </ac:picMkLst>
        </pc:picChg>
      </pc:sldChg>
      <pc:sldChg chg="addSp delSp modSp add replId">
        <pc:chgData name="Jessica Fackler" userId="S::jfackler@syr.edu::c8cc3452-21f5-4e8c-9c1b-86ba68bafe2b" providerId="AD" clId="Web-{27555CD9-2FDA-FAD6-9CB2-A9098F085995}" dt="2025-12-13T13:49:27.277" v="1775"/>
        <pc:sldMkLst>
          <pc:docMk/>
          <pc:sldMk cId="2967274376" sldId="265"/>
        </pc:sldMkLst>
        <pc:spChg chg="add del">
          <ac:chgData name="Jessica Fackler" userId="S::jfackler@syr.edu::c8cc3452-21f5-4e8c-9c1b-86ba68bafe2b" providerId="AD" clId="Web-{27555CD9-2FDA-FAD6-9CB2-A9098F085995}" dt="2025-12-13T12:39:58.365" v="12"/>
          <ac:spMkLst>
            <pc:docMk/>
            <pc:sldMk cId="2967274376" sldId="265"/>
            <ac:spMk id="8" creationId="{89B1A4AC-0E09-63C1-8C5B-0251EDFD2F4C}"/>
          </ac:spMkLst>
        </pc:spChg>
        <pc:spChg chg="mod">
          <ac:chgData name="Jessica Fackler" userId="S::jfackler@syr.edu::c8cc3452-21f5-4e8c-9c1b-86ba68bafe2b" providerId="AD" clId="Web-{27555CD9-2FDA-FAD6-9CB2-A9098F085995}" dt="2025-12-13T12:43:04.400" v="248" actId="20577"/>
          <ac:spMkLst>
            <pc:docMk/>
            <pc:sldMk cId="2967274376" sldId="265"/>
            <ac:spMk id="9" creationId="{7C58A743-7BAB-FE1B-7498-93EF002379F3}"/>
          </ac:spMkLst>
        </pc:spChg>
        <pc:spChg chg="del">
          <ac:chgData name="Jessica Fackler" userId="S::jfackler@syr.edu::c8cc3452-21f5-4e8c-9c1b-86ba68bafe2b" providerId="AD" clId="Web-{27555CD9-2FDA-FAD6-9CB2-A9098F085995}" dt="2025-12-13T12:40:23.334" v="31"/>
          <ac:spMkLst>
            <pc:docMk/>
            <pc:sldMk cId="2967274376" sldId="265"/>
            <ac:spMk id="11" creationId="{617B4D62-1FE3-4E16-078D-0AE5DF6DE79E}"/>
          </ac:spMkLst>
        </pc:spChg>
        <pc:spChg chg="del">
          <ac:chgData name="Jessica Fackler" userId="S::jfackler@syr.edu::c8cc3452-21f5-4e8c-9c1b-86ba68bafe2b" providerId="AD" clId="Web-{27555CD9-2FDA-FAD6-9CB2-A9098F085995}" dt="2025-12-13T12:40:13.834" v="23"/>
          <ac:spMkLst>
            <pc:docMk/>
            <pc:sldMk cId="2967274376" sldId="265"/>
            <ac:spMk id="17" creationId="{87C93862-2D1A-C183-920D-A3A970C9DC2F}"/>
          </ac:spMkLst>
        </pc:spChg>
        <pc:spChg chg="del">
          <ac:chgData name="Jessica Fackler" userId="S::jfackler@syr.edu::c8cc3452-21f5-4e8c-9c1b-86ba68bafe2b" providerId="AD" clId="Web-{27555CD9-2FDA-FAD6-9CB2-A9098F085995}" dt="2025-12-13T12:40:14.912" v="24"/>
          <ac:spMkLst>
            <pc:docMk/>
            <pc:sldMk cId="2967274376" sldId="265"/>
            <ac:spMk id="19" creationId="{BCC4DF61-BF74-C39D-2DE5-EC8DBDCA8D18}"/>
          </ac:spMkLst>
        </pc:spChg>
        <pc:spChg chg="del">
          <ac:chgData name="Jessica Fackler" userId="S::jfackler@syr.edu::c8cc3452-21f5-4e8c-9c1b-86ba68bafe2b" providerId="AD" clId="Web-{27555CD9-2FDA-FAD6-9CB2-A9098F085995}" dt="2025-12-13T12:40:16.694" v="26"/>
          <ac:spMkLst>
            <pc:docMk/>
            <pc:sldMk cId="2967274376" sldId="265"/>
            <ac:spMk id="20" creationId="{D321D40D-5138-7A57-5365-B53A7E03D234}"/>
          </ac:spMkLst>
        </pc:spChg>
        <pc:spChg chg="del">
          <ac:chgData name="Jessica Fackler" userId="S::jfackler@syr.edu::c8cc3452-21f5-4e8c-9c1b-86ba68bafe2b" providerId="AD" clId="Web-{27555CD9-2FDA-FAD6-9CB2-A9098F085995}" dt="2025-12-13T12:40:15.897" v="25"/>
          <ac:spMkLst>
            <pc:docMk/>
            <pc:sldMk cId="2967274376" sldId="265"/>
            <ac:spMk id="21" creationId="{0859A710-6465-7A6D-E65A-FB03E4530AC7}"/>
          </ac:spMkLst>
        </pc:spChg>
        <pc:spChg chg="del">
          <ac:chgData name="Jessica Fackler" userId="S::jfackler@syr.edu::c8cc3452-21f5-4e8c-9c1b-86ba68bafe2b" providerId="AD" clId="Web-{27555CD9-2FDA-FAD6-9CB2-A9098F085995}" dt="2025-12-13T12:40:17.522" v="27"/>
          <ac:spMkLst>
            <pc:docMk/>
            <pc:sldMk cId="2967274376" sldId="265"/>
            <ac:spMk id="22" creationId="{3BD07133-62C3-7EEB-3549-9CAFA36F89BB}"/>
          </ac:spMkLst>
        </pc:spChg>
        <pc:spChg chg="del">
          <ac:chgData name="Jessica Fackler" userId="S::jfackler@syr.edu::c8cc3452-21f5-4e8c-9c1b-86ba68bafe2b" providerId="AD" clId="Web-{27555CD9-2FDA-FAD6-9CB2-A9098F085995}" dt="2025-12-13T12:40:18.147" v="28"/>
          <ac:spMkLst>
            <pc:docMk/>
            <pc:sldMk cId="2967274376" sldId="265"/>
            <ac:spMk id="23" creationId="{1DEA0CB0-F7A2-0BED-2757-94EAC930ABD1}"/>
          </ac:spMkLst>
        </pc:spChg>
        <pc:spChg chg="del">
          <ac:chgData name="Jessica Fackler" userId="S::jfackler@syr.edu::c8cc3452-21f5-4e8c-9c1b-86ba68bafe2b" providerId="AD" clId="Web-{27555CD9-2FDA-FAD6-9CB2-A9098F085995}" dt="2025-12-13T12:40:19.553" v="29"/>
          <ac:spMkLst>
            <pc:docMk/>
            <pc:sldMk cId="2967274376" sldId="265"/>
            <ac:spMk id="24" creationId="{7D76DC8D-DBB2-53EB-756B-6016763F8D6D}"/>
          </ac:spMkLst>
        </pc:spChg>
        <pc:spChg chg="del">
          <ac:chgData name="Jessica Fackler" userId="S::jfackler@syr.edu::c8cc3452-21f5-4e8c-9c1b-86ba68bafe2b" providerId="AD" clId="Web-{27555CD9-2FDA-FAD6-9CB2-A9098F085995}" dt="2025-12-13T12:40:13.147" v="22"/>
          <ac:spMkLst>
            <pc:docMk/>
            <pc:sldMk cId="2967274376" sldId="265"/>
            <ac:spMk id="25" creationId="{623A19F0-CCAE-4682-779A-710C2D9A0E6D}"/>
          </ac:spMkLst>
        </pc:spChg>
        <pc:spChg chg="del">
          <ac:chgData name="Jessica Fackler" userId="S::jfackler@syr.edu::c8cc3452-21f5-4e8c-9c1b-86ba68bafe2b" providerId="AD" clId="Web-{27555CD9-2FDA-FAD6-9CB2-A9098F085995}" dt="2025-12-13T12:40:20.881" v="30"/>
          <ac:spMkLst>
            <pc:docMk/>
            <pc:sldMk cId="2967274376" sldId="265"/>
            <ac:spMk id="26" creationId="{9DBC1779-8197-4A37-0A2D-90D17974631D}"/>
          </ac:spMkLst>
        </pc:spChg>
        <pc:spChg chg="del">
          <ac:chgData name="Jessica Fackler" userId="S::jfackler@syr.edu::c8cc3452-21f5-4e8c-9c1b-86ba68bafe2b" providerId="AD" clId="Web-{27555CD9-2FDA-FAD6-9CB2-A9098F085995}" dt="2025-12-13T12:40:03.850" v="17"/>
          <ac:spMkLst>
            <pc:docMk/>
            <pc:sldMk cId="2967274376" sldId="265"/>
            <ac:spMk id="27" creationId="{C3DA2EAF-D0A6-B9D5-566C-28309ADF8F1D}"/>
          </ac:spMkLst>
        </pc:spChg>
        <pc:spChg chg="del">
          <ac:chgData name="Jessica Fackler" userId="S::jfackler@syr.edu::c8cc3452-21f5-4e8c-9c1b-86ba68bafe2b" providerId="AD" clId="Web-{27555CD9-2FDA-FAD6-9CB2-A9098F085995}" dt="2025-12-13T12:40:10.365" v="21"/>
          <ac:spMkLst>
            <pc:docMk/>
            <pc:sldMk cId="2967274376" sldId="265"/>
            <ac:spMk id="28" creationId="{35D069B4-8803-9AAF-93FF-EF6C781E4742}"/>
          </ac:spMkLst>
        </pc:spChg>
        <pc:spChg chg="del mod">
          <ac:chgData name="Jessica Fackler" userId="S::jfackler@syr.edu::c8cc3452-21f5-4e8c-9c1b-86ba68bafe2b" providerId="AD" clId="Web-{27555CD9-2FDA-FAD6-9CB2-A9098F085995}" dt="2025-12-13T12:40:08.740" v="20"/>
          <ac:spMkLst>
            <pc:docMk/>
            <pc:sldMk cId="2967274376" sldId="265"/>
            <ac:spMk id="29" creationId="{F9450791-AB0D-0FAC-465F-C5E93192539C}"/>
          </ac:spMkLst>
        </pc:spChg>
        <pc:spChg chg="del">
          <ac:chgData name="Jessica Fackler" userId="S::jfackler@syr.edu::c8cc3452-21f5-4e8c-9c1b-86ba68bafe2b" providerId="AD" clId="Web-{27555CD9-2FDA-FAD6-9CB2-A9098F085995}" dt="2025-12-13T12:40:04.506" v="18"/>
          <ac:spMkLst>
            <pc:docMk/>
            <pc:sldMk cId="2967274376" sldId="265"/>
            <ac:spMk id="30" creationId="{424E96D7-29D3-E840-1B1E-F4E7CC2A60A4}"/>
          </ac:spMkLst>
        </pc:spChg>
        <pc:spChg chg="del">
          <ac:chgData name="Jessica Fackler" userId="S::jfackler@syr.edu::c8cc3452-21f5-4e8c-9c1b-86ba68bafe2b" providerId="AD" clId="Web-{27555CD9-2FDA-FAD6-9CB2-A9098F085995}" dt="2025-12-13T12:40:03.084" v="16"/>
          <ac:spMkLst>
            <pc:docMk/>
            <pc:sldMk cId="2967274376" sldId="265"/>
            <ac:spMk id="31" creationId="{10C3022D-455E-344A-90F5-785D2AD5C226}"/>
          </ac:spMkLst>
        </pc:spChg>
        <pc:spChg chg="del mod">
          <ac:chgData name="Jessica Fackler" userId="S::jfackler@syr.edu::c8cc3452-21f5-4e8c-9c1b-86ba68bafe2b" providerId="AD" clId="Web-{27555CD9-2FDA-FAD6-9CB2-A9098F085995}" dt="2025-12-13T12:40:03.037" v="15"/>
          <ac:spMkLst>
            <pc:docMk/>
            <pc:sldMk cId="2967274376" sldId="265"/>
            <ac:spMk id="32" creationId="{0E9BC71C-93B5-C2EF-4FD3-71EFA95972C2}"/>
          </ac:spMkLst>
        </pc:spChg>
        <pc:spChg chg="del">
          <ac:chgData name="Jessica Fackler" userId="S::jfackler@syr.edu::c8cc3452-21f5-4e8c-9c1b-86ba68bafe2b" providerId="AD" clId="Web-{27555CD9-2FDA-FAD6-9CB2-A9098F085995}" dt="2025-12-13T12:39:59.506" v="13"/>
          <ac:spMkLst>
            <pc:docMk/>
            <pc:sldMk cId="2967274376" sldId="265"/>
            <ac:spMk id="33" creationId="{72EB822A-C770-84E1-BB17-B995FE5E21CE}"/>
          </ac:spMkLst>
        </pc:spChg>
        <pc:grpChg chg="add">
          <ac:chgData name="Jessica Fackler" userId="S::jfackler@syr.edu::c8cc3452-21f5-4e8c-9c1b-86ba68bafe2b" providerId="AD" clId="Web-{27555CD9-2FDA-FAD6-9CB2-A9098F085995}" dt="2025-12-13T12:40:30.631" v="32"/>
          <ac:grpSpMkLst>
            <pc:docMk/>
            <pc:sldMk cId="2967274376" sldId="265"/>
            <ac:grpSpMk id="14" creationId="{DCB76B09-4CD9-7612-8505-FD81D5B7D81D}"/>
          </ac:grpSpMkLst>
        </pc:grpChg>
        <pc:graphicFrameChg chg="add mod modGraphic">
          <ac:chgData name="Jessica Fackler" userId="S::jfackler@syr.edu::c8cc3452-21f5-4e8c-9c1b-86ba68bafe2b" providerId="AD" clId="Web-{27555CD9-2FDA-FAD6-9CB2-A9098F085995}" dt="2025-12-13T13:49:27.277" v="1775"/>
          <ac:graphicFrameMkLst>
            <pc:docMk/>
            <pc:sldMk cId="2967274376" sldId="265"/>
            <ac:graphicFrameMk id="16" creationId="{84818F14-5AB5-B45B-77FB-F000FE22A7CA}"/>
          </ac:graphicFrameMkLst>
        </pc:graphicFrameChg>
      </pc:sldChg>
      <pc:sldChg chg="addSp delSp modSp add replId">
        <pc:chgData name="Jessica Fackler" userId="S::jfackler@syr.edu::c8cc3452-21f5-4e8c-9c1b-86ba68bafe2b" providerId="AD" clId="Web-{27555CD9-2FDA-FAD6-9CB2-A9098F085995}" dt="2025-12-13T14:18:20.342" v="2466" actId="20577"/>
        <pc:sldMkLst>
          <pc:docMk/>
          <pc:sldMk cId="918423212" sldId="266"/>
        </pc:sldMkLst>
        <pc:spChg chg="add mod">
          <ac:chgData name="Jessica Fackler" userId="S::jfackler@syr.edu::c8cc3452-21f5-4e8c-9c1b-86ba68bafe2b" providerId="AD" clId="Web-{27555CD9-2FDA-FAD6-9CB2-A9098F085995}" dt="2025-12-13T14:18:20.342" v="2466" actId="20577"/>
          <ac:spMkLst>
            <pc:docMk/>
            <pc:sldMk cId="918423212" sldId="266"/>
            <ac:spMk id="8" creationId="{A82DECA2-3762-3A5D-F1C4-B41D412F2568}"/>
          </ac:spMkLst>
        </pc:spChg>
        <pc:spChg chg="mod">
          <ac:chgData name="Jessica Fackler" userId="S::jfackler@syr.edu::c8cc3452-21f5-4e8c-9c1b-86ba68bafe2b" providerId="AD" clId="Web-{27555CD9-2FDA-FAD6-9CB2-A9098F085995}" dt="2025-12-13T13:43:46.190" v="1411" actId="1076"/>
          <ac:spMkLst>
            <pc:docMk/>
            <pc:sldMk cId="918423212" sldId="266"/>
            <ac:spMk id="9" creationId="{1F4FE94C-B65D-C2A8-DEB0-88033276E01E}"/>
          </ac:spMkLst>
        </pc:spChg>
        <pc:spChg chg="mod">
          <ac:chgData name="Jessica Fackler" userId="S::jfackler@syr.edu::c8cc3452-21f5-4e8c-9c1b-86ba68bafe2b" providerId="AD" clId="Web-{27555CD9-2FDA-FAD6-9CB2-A9098F085995}" dt="2025-12-13T12:56:14.632" v="861"/>
          <ac:spMkLst>
            <pc:docMk/>
            <pc:sldMk cId="918423212" sldId="266"/>
            <ac:spMk id="12" creationId="{EE6AE2DE-FFD6-C0F9-288E-4F1FEA91FC98}"/>
          </ac:spMkLst>
        </pc:spChg>
        <pc:spChg chg="mod">
          <ac:chgData name="Jessica Fackler" userId="S::jfackler@syr.edu::c8cc3452-21f5-4e8c-9c1b-86ba68bafe2b" providerId="AD" clId="Web-{27555CD9-2FDA-FAD6-9CB2-A9098F085995}" dt="2025-12-13T12:56:15.413" v="862"/>
          <ac:spMkLst>
            <pc:docMk/>
            <pc:sldMk cId="918423212" sldId="266"/>
            <ac:spMk id="13" creationId="{004BE2DE-7ADD-E174-C06A-ECC3DA63796A}"/>
          </ac:spMkLst>
        </pc:spChg>
        <pc:spChg chg="add del">
          <ac:chgData name="Jessica Fackler" userId="S::jfackler@syr.edu::c8cc3452-21f5-4e8c-9c1b-86ba68bafe2b" providerId="AD" clId="Web-{27555CD9-2FDA-FAD6-9CB2-A9098F085995}" dt="2025-12-13T13:41:13.059" v="1321"/>
          <ac:spMkLst>
            <pc:docMk/>
            <pc:sldMk cId="918423212" sldId="266"/>
            <ac:spMk id="16" creationId="{6A115B4A-FF00-265E-78A0-26F1E42A7931}"/>
          </ac:spMkLst>
        </pc:spChg>
        <pc:spChg chg="add del mod">
          <ac:chgData name="Jessica Fackler" userId="S::jfackler@syr.edu::c8cc3452-21f5-4e8c-9c1b-86ba68bafe2b" providerId="AD" clId="Web-{27555CD9-2FDA-FAD6-9CB2-A9098F085995}" dt="2025-12-13T14:01:34.285" v="2154"/>
          <ac:spMkLst>
            <pc:docMk/>
            <pc:sldMk cId="918423212" sldId="266"/>
            <ac:spMk id="17" creationId="{748857DA-207B-0324-FF82-87D020C08196}"/>
          </ac:spMkLst>
        </pc:spChg>
        <pc:graphicFrameChg chg="add del mod">
          <ac:chgData name="Jessica Fackler" userId="S::jfackler@syr.edu::c8cc3452-21f5-4e8c-9c1b-86ba68bafe2b" providerId="AD" clId="Web-{27555CD9-2FDA-FAD6-9CB2-A9098F085995}" dt="2025-12-13T13:39:14.225" v="1289"/>
          <ac:graphicFrameMkLst>
            <pc:docMk/>
            <pc:sldMk cId="918423212" sldId="266"/>
            <ac:graphicFrameMk id="15" creationId="{0BF24C5C-7041-B4AB-16D1-371C7ED985FB}"/>
          </ac:graphicFrameMkLst>
        </pc:graphicFrameChg>
      </pc:sldChg>
      <pc:sldChg chg="addSp delSp modSp add replId">
        <pc:chgData name="Jessica Fackler" userId="S::jfackler@syr.edu::c8cc3452-21f5-4e8c-9c1b-86ba68bafe2b" providerId="AD" clId="Web-{27555CD9-2FDA-FAD6-9CB2-A9098F085995}" dt="2025-12-13T13:48:44.557" v="1703" actId="1076"/>
        <pc:sldMkLst>
          <pc:docMk/>
          <pc:sldMk cId="4209368105" sldId="267"/>
        </pc:sldMkLst>
        <pc:spChg chg="add mod">
          <ac:chgData name="Jessica Fackler" userId="S::jfackler@syr.edu::c8cc3452-21f5-4e8c-9c1b-86ba68bafe2b" providerId="AD" clId="Web-{27555CD9-2FDA-FAD6-9CB2-A9098F085995}" dt="2025-12-13T13:48:44.557" v="1703" actId="1076"/>
          <ac:spMkLst>
            <pc:docMk/>
            <pc:sldMk cId="4209368105" sldId="267"/>
            <ac:spMk id="19" creationId="{119319E8-F3EC-B3DB-A36B-22CA7754F9BB}"/>
          </ac:spMkLst>
        </pc:spChg>
        <pc:graphicFrameChg chg="add del mod">
          <ac:chgData name="Jessica Fackler" userId="S::jfackler@syr.edu::c8cc3452-21f5-4e8c-9c1b-86ba68bafe2b" providerId="AD" clId="Web-{27555CD9-2FDA-FAD6-9CB2-A9098F085995}" dt="2025-12-13T12:43:57.058" v="288"/>
          <ac:graphicFrameMkLst>
            <pc:docMk/>
            <pc:sldMk cId="4209368105" sldId="267"/>
            <ac:graphicFrameMk id="11" creationId="{94722D26-A509-DC66-1CFA-F8A3A5CD6017}"/>
          </ac:graphicFrameMkLst>
        </pc:graphicFrameChg>
        <pc:graphicFrameChg chg="del mod modGraphic">
          <ac:chgData name="Jessica Fackler" userId="S::jfackler@syr.edu::c8cc3452-21f5-4e8c-9c1b-86ba68bafe2b" providerId="AD" clId="Web-{27555CD9-2FDA-FAD6-9CB2-A9098F085995}" dt="2025-12-13T12:44:01.324" v="289"/>
          <ac:graphicFrameMkLst>
            <pc:docMk/>
            <pc:sldMk cId="4209368105" sldId="267"/>
            <ac:graphicFrameMk id="16" creationId="{DC99C551-B505-7E97-27DA-078092766EBD}"/>
          </ac:graphicFrameMkLst>
        </pc:graphicFrameChg>
        <pc:graphicFrameChg chg="add mod modGraphic">
          <ac:chgData name="Jessica Fackler" userId="S::jfackler@syr.edu::c8cc3452-21f5-4e8c-9c1b-86ba68bafe2b" providerId="AD" clId="Web-{27555CD9-2FDA-FAD6-9CB2-A9098F085995}" dt="2025-12-13T12:45:40.819" v="428" actId="1076"/>
          <ac:graphicFrameMkLst>
            <pc:docMk/>
            <pc:sldMk cId="4209368105" sldId="267"/>
            <ac:graphicFrameMk id="17" creationId="{F7910EE4-4C3A-DBAA-BA67-B8C15D916493}"/>
          </ac:graphicFrameMkLst>
        </pc:graphicFrameChg>
      </pc:sldChg>
      <pc:sldChg chg="addSp delSp modSp add ord replId">
        <pc:chgData name="Jessica Fackler" userId="S::jfackler@syr.edu::c8cc3452-21f5-4e8c-9c1b-86ba68bafe2b" providerId="AD" clId="Web-{27555CD9-2FDA-FAD6-9CB2-A9098F085995}" dt="2025-12-13T14:24:41.835" v="2467"/>
        <pc:sldMkLst>
          <pc:docMk/>
          <pc:sldMk cId="3019897413" sldId="268"/>
        </pc:sldMkLst>
        <pc:spChg chg="add mod">
          <ac:chgData name="Jessica Fackler" userId="S::jfackler@syr.edu::c8cc3452-21f5-4e8c-9c1b-86ba68bafe2b" providerId="AD" clId="Web-{27555CD9-2FDA-FAD6-9CB2-A9098F085995}" dt="2025-12-13T14:02:02.457" v="2156" actId="1076"/>
          <ac:spMkLst>
            <pc:docMk/>
            <pc:sldMk cId="3019897413" sldId="268"/>
            <ac:spMk id="17" creationId="{60664517-92A1-C38E-13C5-B2C3848B17FC}"/>
          </ac:spMkLst>
        </pc:spChg>
        <pc:graphicFrameChg chg="add mod modGraphic">
          <ac:chgData name="Jessica Fackler" userId="S::jfackler@syr.edu::c8cc3452-21f5-4e8c-9c1b-86ba68bafe2b" providerId="AD" clId="Web-{27555CD9-2FDA-FAD6-9CB2-A9098F085995}" dt="2025-12-13T13:59:42.484" v="2024" actId="1076"/>
          <ac:graphicFrameMkLst>
            <pc:docMk/>
            <pc:sldMk cId="3019897413" sldId="268"/>
            <ac:graphicFrameMk id="11" creationId="{D4865C38-0C9A-CC6C-9CF4-1D01FA5A9D2D}"/>
          </ac:graphicFrameMkLst>
        </pc:graphicFrameChg>
        <pc:graphicFrameChg chg="del">
          <ac:chgData name="Jessica Fackler" userId="S::jfackler@syr.edu::c8cc3452-21f5-4e8c-9c1b-86ba68bafe2b" providerId="AD" clId="Web-{27555CD9-2FDA-FAD6-9CB2-A9098F085995}" dt="2025-12-13T12:45:54.163" v="429"/>
          <ac:graphicFrameMkLst>
            <pc:docMk/>
            <pc:sldMk cId="3019897413" sldId="268"/>
            <ac:graphicFrameMk id="16" creationId="{941E0915-32BD-AFFB-8D1F-3C6D6D803F7B}"/>
          </ac:graphicFrameMkLst>
        </pc:graphicFrameChg>
      </pc:sldChg>
      <pc:sldChg chg="addSp delSp modSp add del replId">
        <pc:chgData name="Jessica Fackler" userId="S::jfackler@syr.edu::c8cc3452-21f5-4e8c-9c1b-86ba68bafe2b" providerId="AD" clId="Web-{27555CD9-2FDA-FAD6-9CB2-A9098F085995}" dt="2025-12-13T13:59:52.844" v="2025"/>
        <pc:sldMkLst>
          <pc:docMk/>
          <pc:sldMk cId="3458686088" sldId="269"/>
        </pc:sldMkLst>
        <pc:spChg chg="add del">
          <ac:chgData name="Jessica Fackler" userId="S::jfackler@syr.edu::c8cc3452-21f5-4e8c-9c1b-86ba68bafe2b" providerId="AD" clId="Web-{27555CD9-2FDA-FAD6-9CB2-A9098F085995}" dt="2025-12-13T13:47:06.789" v="1622"/>
          <ac:spMkLst>
            <pc:docMk/>
            <pc:sldMk cId="3458686088" sldId="269"/>
            <ac:spMk id="18" creationId="{A3D8629A-C33D-8C45-2365-A5AC500C6251}"/>
          </ac:spMkLst>
        </pc:spChg>
        <pc:graphicFrameChg chg="del">
          <ac:chgData name="Jessica Fackler" userId="S::jfackler@syr.edu::c8cc3452-21f5-4e8c-9c1b-86ba68bafe2b" providerId="AD" clId="Web-{27555CD9-2FDA-FAD6-9CB2-A9098F085995}" dt="2025-12-13T12:49:04.332" v="601"/>
          <ac:graphicFrameMkLst>
            <pc:docMk/>
            <pc:sldMk cId="3458686088" sldId="269"/>
            <ac:graphicFrameMk id="11" creationId="{A60757A2-1F50-0BC9-44E7-D0843384A094}"/>
          </ac:graphicFrameMkLst>
        </pc:graphicFrameChg>
        <pc:graphicFrameChg chg="add mod modGraphic">
          <ac:chgData name="Jessica Fackler" userId="S::jfackler@syr.edu::c8cc3452-21f5-4e8c-9c1b-86ba68bafe2b" providerId="AD" clId="Web-{27555CD9-2FDA-FAD6-9CB2-A9098F085995}" dt="2025-12-13T13:44:56.817" v="1502"/>
          <ac:graphicFrameMkLst>
            <pc:docMk/>
            <pc:sldMk cId="3458686088" sldId="269"/>
            <ac:graphicFrameMk id="15" creationId="{60504F6E-AB94-AFAF-D0FA-A3F081A0D09A}"/>
          </ac:graphicFrameMkLst>
        </pc:graphicFrameChg>
        <pc:graphicFrameChg chg="add del">
          <ac:chgData name="Jessica Fackler" userId="S::jfackler@syr.edu::c8cc3452-21f5-4e8c-9c1b-86ba68bafe2b" providerId="AD" clId="Web-{27555CD9-2FDA-FAD6-9CB2-A9098F085995}" dt="2025-12-13T13:46:48.961" v="1620"/>
          <ac:graphicFrameMkLst>
            <pc:docMk/>
            <pc:sldMk cId="3458686088" sldId="269"/>
            <ac:graphicFrameMk id="16" creationId="{8E9698F3-4B4E-9797-218F-C60A316CF3E6}"/>
          </ac:graphicFrameMkLst>
        </pc:graphicFrameChg>
      </pc:sldChg>
      <pc:sldChg chg="addSp delSp modSp add replId">
        <pc:chgData name="Jessica Fackler" userId="S::jfackler@syr.edu::c8cc3452-21f5-4e8c-9c1b-86ba68bafe2b" providerId="AD" clId="Web-{27555CD9-2FDA-FAD6-9CB2-A9098F085995}" dt="2025-12-13T14:14:35.244" v="2402"/>
        <pc:sldMkLst>
          <pc:docMk/>
          <pc:sldMk cId="918368812" sldId="270"/>
        </pc:sldMkLst>
        <pc:spChg chg="add mod">
          <ac:chgData name="Jessica Fackler" userId="S::jfackler@syr.edu::c8cc3452-21f5-4e8c-9c1b-86ba68bafe2b" providerId="AD" clId="Web-{27555CD9-2FDA-FAD6-9CB2-A9098F085995}" dt="2025-12-13T14:02:31.731" v="2168" actId="1076"/>
          <ac:spMkLst>
            <pc:docMk/>
            <pc:sldMk cId="918368812" sldId="270"/>
            <ac:spMk id="21" creationId="{572F7FC9-22AC-01EE-0A97-2702B73ADFBD}"/>
          </ac:spMkLst>
        </pc:spChg>
        <pc:graphicFrameChg chg="add del mod">
          <ac:chgData name="Jessica Fackler" userId="S::jfackler@syr.edu::c8cc3452-21f5-4e8c-9c1b-86ba68bafe2b" providerId="AD" clId="Web-{27555CD9-2FDA-FAD6-9CB2-A9098F085995}" dt="2025-12-13T12:54:23.348" v="680"/>
          <ac:graphicFrameMkLst>
            <pc:docMk/>
            <pc:sldMk cId="918368812" sldId="270"/>
            <ac:graphicFrameMk id="11" creationId="{BE98FD0C-11D6-7654-A3F0-D27B4E03F455}"/>
          </ac:graphicFrameMkLst>
        </pc:graphicFrameChg>
        <pc:graphicFrameChg chg="del">
          <ac:chgData name="Jessica Fackler" userId="S::jfackler@syr.edu::c8cc3452-21f5-4e8c-9c1b-86ba68bafe2b" providerId="AD" clId="Web-{27555CD9-2FDA-FAD6-9CB2-A9098F085995}" dt="2025-12-13T12:53:17.815" v="678"/>
          <ac:graphicFrameMkLst>
            <pc:docMk/>
            <pc:sldMk cId="918368812" sldId="270"/>
            <ac:graphicFrameMk id="15" creationId="{3AB0BB71-2573-F350-51C3-802D721E4BFB}"/>
          </ac:graphicFrameMkLst>
        </pc:graphicFrameChg>
        <pc:graphicFrameChg chg="add mod modGraphic">
          <ac:chgData name="Jessica Fackler" userId="S::jfackler@syr.edu::c8cc3452-21f5-4e8c-9c1b-86ba68bafe2b" providerId="AD" clId="Web-{27555CD9-2FDA-FAD6-9CB2-A9098F085995}" dt="2025-12-13T13:38:00.954" v="1282" actId="1076"/>
          <ac:graphicFrameMkLst>
            <pc:docMk/>
            <pc:sldMk cId="918368812" sldId="270"/>
            <ac:graphicFrameMk id="17" creationId="{A8224F6C-EB10-6B21-94FC-F0D03F843D52}"/>
          </ac:graphicFrameMkLst>
        </pc:graphicFrameChg>
        <pc:graphicFrameChg chg="add mod modGraphic">
          <ac:chgData name="Jessica Fackler" userId="S::jfackler@syr.edu::c8cc3452-21f5-4e8c-9c1b-86ba68bafe2b" providerId="AD" clId="Web-{27555CD9-2FDA-FAD6-9CB2-A9098F085995}" dt="2025-12-13T14:14:35.244" v="2402"/>
          <ac:graphicFrameMkLst>
            <pc:docMk/>
            <pc:sldMk cId="918368812" sldId="270"/>
            <ac:graphicFrameMk id="19" creationId="{D596BDCE-E7E7-50E9-CEAE-F64FBC2E20B0}"/>
          </ac:graphicFrameMkLst>
        </pc:graphicFrameChg>
      </pc:sldChg>
      <pc:sldChg chg="addSp modSp add ord replId">
        <pc:chgData name="Jessica Fackler" userId="S::jfackler@syr.edu::c8cc3452-21f5-4e8c-9c1b-86ba68bafe2b" providerId="AD" clId="Web-{27555CD9-2FDA-FAD6-9CB2-A9098F085995}" dt="2025-12-13T14:03:21.883" v="2170" actId="1076"/>
        <pc:sldMkLst>
          <pc:docMk/>
          <pc:sldMk cId="2624056862" sldId="271"/>
        </pc:sldMkLst>
        <pc:spChg chg="mod">
          <ac:chgData name="Jessica Fackler" userId="S::jfackler@syr.edu::c8cc3452-21f5-4e8c-9c1b-86ba68bafe2b" providerId="AD" clId="Web-{27555CD9-2FDA-FAD6-9CB2-A9098F085995}" dt="2025-12-13T13:00:36.779" v="899" actId="20577"/>
          <ac:spMkLst>
            <pc:docMk/>
            <pc:sldMk cId="2624056862" sldId="271"/>
            <ac:spMk id="9" creationId="{E7DFFBBA-3540-928B-DE72-4C15DDC0845A}"/>
          </ac:spMkLst>
        </pc:spChg>
        <pc:spChg chg="add mod">
          <ac:chgData name="Jessica Fackler" userId="S::jfackler@syr.edu::c8cc3452-21f5-4e8c-9c1b-86ba68bafe2b" providerId="AD" clId="Web-{27555CD9-2FDA-FAD6-9CB2-A9098F085995}" dt="2025-12-13T13:54:38.593" v="1847" actId="20577"/>
          <ac:spMkLst>
            <pc:docMk/>
            <pc:sldMk cId="2624056862" sldId="271"/>
            <ac:spMk id="15" creationId="{1FD346A8-28F5-76B8-5CF1-4BE9C491F75A}"/>
          </ac:spMkLst>
        </pc:spChg>
        <pc:graphicFrameChg chg="add mod modGraphic">
          <ac:chgData name="Jessica Fackler" userId="S::jfackler@syr.edu::c8cc3452-21f5-4e8c-9c1b-86ba68bafe2b" providerId="AD" clId="Web-{27555CD9-2FDA-FAD6-9CB2-A9098F085995}" dt="2025-12-13T14:03:21.883" v="2170" actId="1076"/>
          <ac:graphicFrameMkLst>
            <pc:docMk/>
            <pc:sldMk cId="2624056862" sldId="271"/>
            <ac:graphicFrameMk id="11" creationId="{D33A8B4C-511C-F9D6-FAC0-3DDEE1BBEC8E}"/>
          </ac:graphicFrameMkLst>
        </pc:graphicFrameChg>
      </pc:sldChg>
      <pc:sldChg chg="addSp delSp modSp add ord replId">
        <pc:chgData name="Jessica Fackler" userId="S::jfackler@syr.edu::c8cc3452-21f5-4e8c-9c1b-86ba68bafe2b" providerId="AD" clId="Web-{27555CD9-2FDA-FAD6-9CB2-A9098F085995}" dt="2025-12-13T13:21:47.335" v="1199" actId="1076"/>
        <pc:sldMkLst>
          <pc:docMk/>
          <pc:sldMk cId="4012692926" sldId="272"/>
        </pc:sldMkLst>
        <pc:spChg chg="add del mod">
          <ac:chgData name="Jessica Fackler" userId="S::jfackler@syr.edu::c8cc3452-21f5-4e8c-9c1b-86ba68bafe2b" providerId="AD" clId="Web-{27555CD9-2FDA-FAD6-9CB2-A9098F085995}" dt="2025-12-13T13:18:38.616" v="1153"/>
          <ac:spMkLst>
            <pc:docMk/>
            <pc:sldMk cId="4012692926" sldId="272"/>
            <ac:spMk id="8" creationId="{FEAEF8F7-916E-155F-C885-3F4D980FD816}"/>
          </ac:spMkLst>
        </pc:spChg>
        <pc:spChg chg="mod">
          <ac:chgData name="Jessica Fackler" userId="S::jfackler@syr.edu::c8cc3452-21f5-4e8c-9c1b-86ba68bafe2b" providerId="AD" clId="Web-{27555CD9-2FDA-FAD6-9CB2-A9098F085995}" dt="2025-12-13T13:20:24.767" v="1179" actId="20577"/>
          <ac:spMkLst>
            <pc:docMk/>
            <pc:sldMk cId="4012692926" sldId="272"/>
            <ac:spMk id="9" creationId="{2FAF8A5C-3AFF-46CD-ACE4-4503016BFC14}"/>
          </ac:spMkLst>
        </pc:spChg>
        <pc:spChg chg="add del mod">
          <ac:chgData name="Jessica Fackler" userId="S::jfackler@syr.edu::c8cc3452-21f5-4e8c-9c1b-86ba68bafe2b" providerId="AD" clId="Web-{27555CD9-2FDA-FAD6-9CB2-A9098F085995}" dt="2025-12-13T13:18:46.679" v="1157"/>
          <ac:spMkLst>
            <pc:docMk/>
            <pc:sldMk cId="4012692926" sldId="272"/>
            <ac:spMk id="11" creationId="{6B0C4C5C-5E36-737E-C730-75C84FB6079F}"/>
          </ac:spMkLst>
        </pc:spChg>
        <pc:picChg chg="add del mod">
          <ac:chgData name="Jessica Fackler" userId="S::jfackler@syr.edu::c8cc3452-21f5-4e8c-9c1b-86ba68bafe2b" providerId="AD" clId="Web-{27555CD9-2FDA-FAD6-9CB2-A9098F085995}" dt="2025-12-13T13:19:46.638" v="1165"/>
          <ac:picMkLst>
            <pc:docMk/>
            <pc:sldMk cId="4012692926" sldId="272"/>
            <ac:picMk id="15" creationId="{DB6DF136-35B4-5164-DE02-1506F0560390}"/>
          </ac:picMkLst>
        </pc:picChg>
        <pc:picChg chg="add del mod">
          <ac:chgData name="Jessica Fackler" userId="S::jfackler@syr.edu::c8cc3452-21f5-4e8c-9c1b-86ba68bafe2b" providerId="AD" clId="Web-{27555CD9-2FDA-FAD6-9CB2-A9098F085995}" dt="2025-12-13T13:20:28.658" v="1180"/>
          <ac:picMkLst>
            <pc:docMk/>
            <pc:sldMk cId="4012692926" sldId="272"/>
            <ac:picMk id="16" creationId="{9D449A76-06B3-3194-9CC9-3E63956CE4FF}"/>
          </ac:picMkLst>
        </pc:picChg>
        <pc:picChg chg="add mod">
          <ac:chgData name="Jessica Fackler" userId="S::jfackler@syr.edu::c8cc3452-21f5-4e8c-9c1b-86ba68bafe2b" providerId="AD" clId="Web-{27555CD9-2FDA-FAD6-9CB2-A9098F085995}" dt="2025-12-13T13:21:47.335" v="1199" actId="1076"/>
          <ac:picMkLst>
            <pc:docMk/>
            <pc:sldMk cId="4012692926" sldId="272"/>
            <ac:picMk id="17" creationId="{AE9015B2-8DAD-C1B2-D23C-53D63C87F5E3}"/>
          </ac:picMkLst>
        </pc:picChg>
        <pc:picChg chg="add del mod">
          <ac:chgData name="Jessica Fackler" userId="S::jfackler@syr.edu::c8cc3452-21f5-4e8c-9c1b-86ba68bafe2b" providerId="AD" clId="Web-{27555CD9-2FDA-FAD6-9CB2-A9098F085995}" dt="2025-12-13T13:21:36.616" v="1196"/>
          <ac:picMkLst>
            <pc:docMk/>
            <pc:sldMk cId="4012692926" sldId="272"/>
            <ac:picMk id="18" creationId="{E204E52B-39FF-F129-C5CF-02FDE2BDC77E}"/>
          </ac:picMkLst>
        </pc:picChg>
      </pc:sldChg>
      <pc:sldChg chg="modSp add replId">
        <pc:chgData name="Jessica Fackler" userId="S::jfackler@syr.edu::c8cc3452-21f5-4e8c-9c1b-86ba68bafe2b" providerId="AD" clId="Web-{27555CD9-2FDA-FAD6-9CB2-A9098F085995}" dt="2025-12-13T13:51:28.031" v="1784" actId="20577"/>
        <pc:sldMkLst>
          <pc:docMk/>
          <pc:sldMk cId="2406311946" sldId="273"/>
        </pc:sldMkLst>
        <pc:spChg chg="mod">
          <ac:chgData name="Jessica Fackler" userId="S::jfackler@syr.edu::c8cc3452-21f5-4e8c-9c1b-86ba68bafe2b" providerId="AD" clId="Web-{27555CD9-2FDA-FAD6-9CB2-A9098F085995}" dt="2025-12-13T13:51:28.031" v="1784" actId="20577"/>
          <ac:spMkLst>
            <pc:docMk/>
            <pc:sldMk cId="2406311946" sldId="273"/>
            <ac:spMk id="9" creationId="{EC0BEC61-FAB3-9B0D-8D45-2087928FAFD6}"/>
          </ac:spMkLst>
        </pc:spChg>
      </pc:sldChg>
      <pc:sldChg chg="new del">
        <pc:chgData name="Jessica Fackler" userId="S::jfackler@syr.edu::c8cc3452-21f5-4e8c-9c1b-86ba68bafe2b" providerId="AD" clId="Web-{27555CD9-2FDA-FAD6-9CB2-A9098F085995}" dt="2025-12-13T13:07:06.188" v="1101"/>
        <pc:sldMkLst>
          <pc:docMk/>
          <pc:sldMk cId="134107965" sldId="274"/>
        </pc:sldMkLst>
      </pc:sldChg>
      <pc:sldChg chg="add replId">
        <pc:chgData name="Jessica Fackler" userId="S::jfackler@syr.edu::c8cc3452-21f5-4e8c-9c1b-86ba68bafe2b" providerId="AD" clId="Web-{27555CD9-2FDA-FAD6-9CB2-A9098F085995}" dt="2025-12-13T13:20:11.734" v="1171"/>
        <pc:sldMkLst>
          <pc:docMk/>
          <pc:sldMk cId="2769266344" sldId="274"/>
        </pc:sldMkLst>
      </pc:sldChg>
      <pc:sldChg chg="addSp delSp modSp add replId">
        <pc:chgData name="Jessica Fackler" userId="S::jfackler@syr.edu::c8cc3452-21f5-4e8c-9c1b-86ba68bafe2b" providerId="AD" clId="Web-{27555CD9-2FDA-FAD6-9CB2-A9098F085995}" dt="2025-12-13T13:22:22.775" v="1206"/>
        <pc:sldMkLst>
          <pc:docMk/>
          <pc:sldMk cId="2069157834" sldId="275"/>
        </pc:sldMkLst>
        <pc:picChg chg="add del">
          <ac:chgData name="Jessica Fackler" userId="S::jfackler@syr.edu::c8cc3452-21f5-4e8c-9c1b-86ba68bafe2b" providerId="AD" clId="Web-{27555CD9-2FDA-FAD6-9CB2-A9098F085995}" dt="2025-12-13T13:22:22.775" v="1206"/>
          <ac:picMkLst>
            <pc:docMk/>
            <pc:sldMk cId="2069157834" sldId="275"/>
            <ac:picMk id="11" creationId="{949FC9C5-C3E5-9D83-9D5F-967C40A7CB9B}"/>
          </ac:picMkLst>
        </pc:picChg>
        <pc:picChg chg="del">
          <ac:chgData name="Jessica Fackler" userId="S::jfackler@syr.edu::c8cc3452-21f5-4e8c-9c1b-86ba68bafe2b" providerId="AD" clId="Web-{27555CD9-2FDA-FAD6-9CB2-A9098F085995}" dt="2025-12-13T13:21:49.491" v="1200"/>
          <ac:picMkLst>
            <pc:docMk/>
            <pc:sldMk cId="2069157834" sldId="275"/>
            <ac:picMk id="17" creationId="{BDB2D4A3-46AD-300A-028B-6B2832B2D43B}"/>
          </ac:picMkLst>
        </pc:picChg>
        <pc:picChg chg="mod">
          <ac:chgData name="Jessica Fackler" userId="S::jfackler@syr.edu::c8cc3452-21f5-4e8c-9c1b-86ba68bafe2b" providerId="AD" clId="Web-{27555CD9-2FDA-FAD6-9CB2-A9098F085995}" dt="2025-12-13T13:22:20.462" v="1205" actId="1076"/>
          <ac:picMkLst>
            <pc:docMk/>
            <pc:sldMk cId="2069157834" sldId="275"/>
            <ac:picMk id="18" creationId="{D3DE366E-6B04-CEFE-760E-F99AE1A330AB}"/>
          </ac:picMkLst>
        </pc:picChg>
      </pc:sldChg>
      <pc:sldChg chg="addSp delSp modSp add replId">
        <pc:chgData name="Jessica Fackler" userId="S::jfackler@syr.edu::c8cc3452-21f5-4e8c-9c1b-86ba68bafe2b" providerId="AD" clId="Web-{27555CD9-2FDA-FAD6-9CB2-A9098F085995}" dt="2025-12-13T13:23:35.060" v="1223" actId="1076"/>
        <pc:sldMkLst>
          <pc:docMk/>
          <pc:sldMk cId="1823935411" sldId="276"/>
        </pc:sldMkLst>
        <pc:picChg chg="add mod">
          <ac:chgData name="Jessica Fackler" userId="S::jfackler@syr.edu::c8cc3452-21f5-4e8c-9c1b-86ba68bafe2b" providerId="AD" clId="Web-{27555CD9-2FDA-FAD6-9CB2-A9098F085995}" dt="2025-12-13T13:23:32.919" v="1222" actId="1076"/>
          <ac:picMkLst>
            <pc:docMk/>
            <pc:sldMk cId="1823935411" sldId="276"/>
            <ac:picMk id="8" creationId="{7959DE32-1B54-AC09-AFC4-32182C57DB99}"/>
          </ac:picMkLst>
        </pc:picChg>
        <pc:picChg chg="add mod">
          <ac:chgData name="Jessica Fackler" userId="S::jfackler@syr.edu::c8cc3452-21f5-4e8c-9c1b-86ba68bafe2b" providerId="AD" clId="Web-{27555CD9-2FDA-FAD6-9CB2-A9098F085995}" dt="2025-12-13T13:23:35.060" v="1223" actId="1076"/>
          <ac:picMkLst>
            <pc:docMk/>
            <pc:sldMk cId="1823935411" sldId="276"/>
            <ac:picMk id="11" creationId="{C7D00F3A-D6E2-DCC1-2FA5-A4D9E538F573}"/>
          </ac:picMkLst>
        </pc:picChg>
        <pc:picChg chg="del">
          <ac:chgData name="Jessica Fackler" userId="S::jfackler@syr.edu::c8cc3452-21f5-4e8c-9c1b-86ba68bafe2b" providerId="AD" clId="Web-{27555CD9-2FDA-FAD6-9CB2-A9098F085995}" dt="2025-12-13T13:22:38.901" v="1208"/>
          <ac:picMkLst>
            <pc:docMk/>
            <pc:sldMk cId="1823935411" sldId="276"/>
            <ac:picMk id="18" creationId="{1EA91B5A-1D79-B643-D1BF-012B53AC1E99}"/>
          </ac:picMkLst>
        </pc:picChg>
      </pc:sldChg>
      <pc:sldChg chg="addSp delSp modSp add replId">
        <pc:chgData name="Jessica Fackler" userId="S::jfackler@syr.edu::c8cc3452-21f5-4e8c-9c1b-86ba68bafe2b" providerId="AD" clId="Web-{27555CD9-2FDA-FAD6-9CB2-A9098F085995}" dt="2025-12-13T13:26:54.942" v="1262" actId="14100"/>
        <pc:sldMkLst>
          <pc:docMk/>
          <pc:sldMk cId="252469911" sldId="277"/>
        </pc:sldMkLst>
        <pc:picChg chg="del">
          <ac:chgData name="Jessica Fackler" userId="S::jfackler@syr.edu::c8cc3452-21f5-4e8c-9c1b-86ba68bafe2b" providerId="AD" clId="Web-{27555CD9-2FDA-FAD6-9CB2-A9098F085995}" dt="2025-12-13T13:23:46.998" v="1225"/>
          <ac:picMkLst>
            <pc:docMk/>
            <pc:sldMk cId="252469911" sldId="277"/>
            <ac:picMk id="8" creationId="{A5DA4FB7-C084-6A69-391F-71DB3D5786EC}"/>
          </ac:picMkLst>
        </pc:picChg>
        <pc:picChg chg="del">
          <ac:chgData name="Jessica Fackler" userId="S::jfackler@syr.edu::c8cc3452-21f5-4e8c-9c1b-86ba68bafe2b" providerId="AD" clId="Web-{27555CD9-2FDA-FAD6-9CB2-A9098F085995}" dt="2025-12-13T13:24:01.217" v="1231"/>
          <ac:picMkLst>
            <pc:docMk/>
            <pc:sldMk cId="252469911" sldId="277"/>
            <ac:picMk id="11" creationId="{C6FBF206-6587-9EBE-29A9-AA12F4C9B338}"/>
          </ac:picMkLst>
        </pc:picChg>
        <pc:picChg chg="add del mod">
          <ac:chgData name="Jessica Fackler" userId="S::jfackler@syr.edu::c8cc3452-21f5-4e8c-9c1b-86ba68bafe2b" providerId="AD" clId="Web-{27555CD9-2FDA-FAD6-9CB2-A9098F085995}" dt="2025-12-13T13:24:49.891" v="1239"/>
          <ac:picMkLst>
            <pc:docMk/>
            <pc:sldMk cId="252469911" sldId="277"/>
            <ac:picMk id="15" creationId="{4430909F-B18E-8669-B8ED-F3B3F8C10F71}"/>
          </ac:picMkLst>
        </pc:picChg>
        <pc:picChg chg="add mod">
          <ac:chgData name="Jessica Fackler" userId="S::jfackler@syr.edu::c8cc3452-21f5-4e8c-9c1b-86ba68bafe2b" providerId="AD" clId="Web-{27555CD9-2FDA-FAD6-9CB2-A9098F085995}" dt="2025-12-13T13:26:43.161" v="1259" actId="14100"/>
          <ac:picMkLst>
            <pc:docMk/>
            <pc:sldMk cId="252469911" sldId="277"/>
            <ac:picMk id="16" creationId="{9D0250D1-1FEC-932D-8AD9-300E5EA8867F}"/>
          </ac:picMkLst>
        </pc:picChg>
        <pc:picChg chg="add del mod">
          <ac:chgData name="Jessica Fackler" userId="S::jfackler@syr.edu::c8cc3452-21f5-4e8c-9c1b-86ba68bafe2b" providerId="AD" clId="Web-{27555CD9-2FDA-FAD6-9CB2-A9098F085995}" dt="2025-12-13T13:25:22.392" v="1243"/>
          <ac:picMkLst>
            <pc:docMk/>
            <pc:sldMk cId="252469911" sldId="277"/>
            <ac:picMk id="17" creationId="{EA428EF2-2DEA-2860-3F4A-FD374F6BAA8B}"/>
          </ac:picMkLst>
        </pc:picChg>
        <pc:picChg chg="add mod">
          <ac:chgData name="Jessica Fackler" userId="S::jfackler@syr.edu::c8cc3452-21f5-4e8c-9c1b-86ba68bafe2b" providerId="AD" clId="Web-{27555CD9-2FDA-FAD6-9CB2-A9098F085995}" dt="2025-12-13T13:26:54.942" v="1262" actId="14100"/>
          <ac:picMkLst>
            <pc:docMk/>
            <pc:sldMk cId="252469911" sldId="277"/>
            <ac:picMk id="18" creationId="{DBE1BB3D-DBD3-26D4-2807-AB17E0EC8349}"/>
          </ac:picMkLst>
        </pc:picChg>
      </pc:sldChg>
      <pc:sldChg chg="addSp delSp modSp add replId">
        <pc:chgData name="Jessica Fackler" userId="S::jfackler@syr.edu::c8cc3452-21f5-4e8c-9c1b-86ba68bafe2b" providerId="AD" clId="Web-{27555CD9-2FDA-FAD6-9CB2-A9098F085995}" dt="2025-12-13T14:02:57.037" v="2169" actId="1076"/>
        <pc:sldMkLst>
          <pc:docMk/>
          <pc:sldMk cId="2110924698" sldId="278"/>
        </pc:sldMkLst>
        <pc:spChg chg="mod">
          <ac:chgData name="Jessica Fackler" userId="S::jfackler@syr.edu::c8cc3452-21f5-4e8c-9c1b-86ba68bafe2b" providerId="AD" clId="Web-{27555CD9-2FDA-FAD6-9CB2-A9098F085995}" dt="2025-12-13T13:32:03.200" v="1268" actId="20577"/>
          <ac:spMkLst>
            <pc:docMk/>
            <pc:sldMk cId="2110924698" sldId="278"/>
            <ac:spMk id="9" creationId="{7C3C87BC-311E-537E-9394-2DD96D3BEAD4}"/>
          </ac:spMkLst>
        </pc:spChg>
        <pc:picChg chg="add mod">
          <ac:chgData name="Jessica Fackler" userId="S::jfackler@syr.edu::c8cc3452-21f5-4e8c-9c1b-86ba68bafe2b" providerId="AD" clId="Web-{27555CD9-2FDA-FAD6-9CB2-A9098F085995}" dt="2025-12-13T14:02:57.037" v="2169" actId="1076"/>
          <ac:picMkLst>
            <pc:docMk/>
            <pc:sldMk cId="2110924698" sldId="278"/>
            <ac:picMk id="8" creationId="{54F0DF87-6BD1-1B2F-C69F-001F9357ADAB}"/>
          </ac:picMkLst>
        </pc:picChg>
        <pc:picChg chg="del">
          <ac:chgData name="Jessica Fackler" userId="S::jfackler@syr.edu::c8cc3452-21f5-4e8c-9c1b-86ba68bafe2b" providerId="AD" clId="Web-{27555CD9-2FDA-FAD6-9CB2-A9098F085995}" dt="2025-12-13T13:31:56.371" v="1264"/>
          <ac:picMkLst>
            <pc:docMk/>
            <pc:sldMk cId="2110924698" sldId="278"/>
            <ac:picMk id="16" creationId="{9C5F23B2-0D71-C20B-F11E-69760E219FB8}"/>
          </ac:picMkLst>
        </pc:picChg>
        <pc:picChg chg="del">
          <ac:chgData name="Jessica Fackler" userId="S::jfackler@syr.edu::c8cc3452-21f5-4e8c-9c1b-86ba68bafe2b" providerId="AD" clId="Web-{27555CD9-2FDA-FAD6-9CB2-A9098F085995}" dt="2025-12-13T13:31:57.465" v="1265"/>
          <ac:picMkLst>
            <pc:docMk/>
            <pc:sldMk cId="2110924698" sldId="278"/>
            <ac:picMk id="18" creationId="{45EF3105-6244-55C4-5F85-426E920B2FBA}"/>
          </ac:picMkLst>
        </pc:picChg>
      </pc:sldChg>
      <pc:sldChg chg="add replId">
        <pc:chgData name="Jessica Fackler" userId="S::jfackler@syr.edu::c8cc3452-21f5-4e8c-9c1b-86ba68bafe2b" providerId="AD" clId="Web-{27555CD9-2FDA-FAD6-9CB2-A9098F085995}" dt="2025-12-13T13:50:41.028" v="1776"/>
        <pc:sldMkLst>
          <pc:docMk/>
          <pc:sldMk cId="1963462086" sldId="279"/>
        </pc:sldMkLst>
      </pc:sldChg>
      <pc:sldChg chg="add replId">
        <pc:chgData name="Jessica Fackler" userId="S::jfackler@syr.edu::c8cc3452-21f5-4e8c-9c1b-86ba68bafe2b" providerId="AD" clId="Web-{27555CD9-2FDA-FAD6-9CB2-A9098F085995}" dt="2025-12-13T13:59:58.672" v="2026"/>
        <pc:sldMkLst>
          <pc:docMk/>
          <pc:sldMk cId="3090774905" sldId="280"/>
        </pc:sldMkLst>
      </pc:sldChg>
      <pc:sldChg chg="addSp delSp modSp add replId">
        <pc:chgData name="Jessica Fackler" userId="S::jfackler@syr.edu::c8cc3452-21f5-4e8c-9c1b-86ba68bafe2b" providerId="AD" clId="Web-{27555CD9-2FDA-FAD6-9CB2-A9098F085995}" dt="2025-12-13T14:16:19.090" v="2461" actId="20577"/>
        <pc:sldMkLst>
          <pc:docMk/>
          <pc:sldMk cId="2459656798" sldId="281"/>
        </pc:sldMkLst>
        <pc:spChg chg="del mod">
          <ac:chgData name="Jessica Fackler" userId="S::jfackler@syr.edu::c8cc3452-21f5-4e8c-9c1b-86ba68bafe2b" providerId="AD" clId="Web-{27555CD9-2FDA-FAD6-9CB2-A9098F085995}" dt="2025-12-13T14:04:49.430" v="2182"/>
          <ac:spMkLst>
            <pc:docMk/>
            <pc:sldMk cId="2459656798" sldId="281"/>
            <ac:spMk id="8" creationId="{447A3FEE-DE8C-1947-693B-0DEB03076F1D}"/>
          </ac:spMkLst>
        </pc:spChg>
        <pc:spChg chg="mod">
          <ac:chgData name="Jessica Fackler" userId="S::jfackler@syr.edu::c8cc3452-21f5-4e8c-9c1b-86ba68bafe2b" providerId="AD" clId="Web-{27555CD9-2FDA-FAD6-9CB2-A9098F085995}" dt="2025-12-13T14:04:39.571" v="2178" actId="20577"/>
          <ac:spMkLst>
            <pc:docMk/>
            <pc:sldMk cId="2459656798" sldId="281"/>
            <ac:spMk id="9" creationId="{9793D33F-86E8-B098-F429-63C29980596A}"/>
          </ac:spMkLst>
        </pc:spChg>
        <pc:spChg chg="add mod">
          <ac:chgData name="Jessica Fackler" userId="S::jfackler@syr.edu::c8cc3452-21f5-4e8c-9c1b-86ba68bafe2b" providerId="AD" clId="Web-{27555CD9-2FDA-FAD6-9CB2-A9098F085995}" dt="2025-12-13T14:16:19.090" v="2461" actId="20577"/>
          <ac:spMkLst>
            <pc:docMk/>
            <pc:sldMk cId="2459656798" sldId="281"/>
            <ac:spMk id="15" creationId="{2602ECD3-0E39-05E3-98BD-E55D5D2630D1}"/>
          </ac:spMkLst>
        </pc:spChg>
        <pc:spChg chg="del">
          <ac:chgData name="Jessica Fackler" userId="S::jfackler@syr.edu::c8cc3452-21f5-4e8c-9c1b-86ba68bafe2b" providerId="AD" clId="Web-{27555CD9-2FDA-FAD6-9CB2-A9098F085995}" dt="2025-12-13T14:04:47.821" v="2181"/>
          <ac:spMkLst>
            <pc:docMk/>
            <pc:sldMk cId="2459656798" sldId="281"/>
            <ac:spMk id="17" creationId="{8812400D-A919-B5A3-50CB-AD777236BB45}"/>
          </ac:spMkLst>
        </pc:spChg>
      </pc:sldChg>
    </pc:docChg>
  </pc:docChgLst>
  <pc:docChgLst>
    <pc:chgData name="Jessica Fackler" userId="S::jfackler@syr.edu::c8cc3452-21f5-4e8c-9c1b-86ba68bafe2b" providerId="AD" clId="Web-{5715FB60-D7FA-1007-00E9-CE65C316D35A}"/>
    <pc:docChg chg="addSld delSld modSld">
      <pc:chgData name="Jessica Fackler" userId="S::jfackler@syr.edu::c8cc3452-21f5-4e8c-9c1b-86ba68bafe2b" providerId="AD" clId="Web-{5715FB60-D7FA-1007-00E9-CE65C316D35A}" dt="2025-12-14T22:37:30.124" v="239"/>
      <pc:docMkLst>
        <pc:docMk/>
      </pc:docMkLst>
      <pc:sldChg chg="addSp modSp">
        <pc:chgData name="Jessica Fackler" userId="S::jfackler@syr.edu::c8cc3452-21f5-4e8c-9c1b-86ba68bafe2b" providerId="AD" clId="Web-{5715FB60-D7FA-1007-00E9-CE65C316D35A}" dt="2025-12-14T06:50:51.836" v="236"/>
        <pc:sldMkLst>
          <pc:docMk/>
          <pc:sldMk cId="0" sldId="256"/>
        </pc:sldMkLst>
        <pc:spChg chg="add mod">
          <ac:chgData name="Jessica Fackler" userId="S::jfackler@syr.edu::c8cc3452-21f5-4e8c-9c1b-86ba68bafe2b" providerId="AD" clId="Web-{5715FB60-D7FA-1007-00E9-CE65C316D35A}" dt="2025-12-14T06:50:20.835" v="234"/>
          <ac:spMkLst>
            <pc:docMk/>
            <pc:sldMk cId="0" sldId="256"/>
            <ac:spMk id="13" creationId="{9456A94C-0316-1155-9E8C-0465032E127D}"/>
          </ac:spMkLst>
        </pc:spChg>
        <pc:spChg chg="add mod">
          <ac:chgData name="Jessica Fackler" userId="S::jfackler@syr.edu::c8cc3452-21f5-4e8c-9c1b-86ba68bafe2b" providerId="AD" clId="Web-{5715FB60-D7FA-1007-00E9-CE65C316D35A}" dt="2025-12-14T06:50:20.835" v="234"/>
          <ac:spMkLst>
            <pc:docMk/>
            <pc:sldMk cId="0" sldId="256"/>
            <ac:spMk id="14" creationId="{3CEA1D66-9915-FC9B-876E-28F7340802B4}"/>
          </ac:spMkLst>
        </pc:spChg>
        <pc:spChg chg="add">
          <ac:chgData name="Jessica Fackler" userId="S::jfackler@syr.edu::c8cc3452-21f5-4e8c-9c1b-86ba68bafe2b" providerId="AD" clId="Web-{5715FB60-D7FA-1007-00E9-CE65C316D35A}" dt="2025-12-14T06:50:51.211" v="235"/>
          <ac:spMkLst>
            <pc:docMk/>
            <pc:sldMk cId="0" sldId="256"/>
            <ac:spMk id="16" creationId="{D99A01DB-E3EB-644F-A301-56398CFCD20D}"/>
          </ac:spMkLst>
        </pc:spChg>
        <pc:spChg chg="add">
          <ac:chgData name="Jessica Fackler" userId="S::jfackler@syr.edu::c8cc3452-21f5-4e8c-9c1b-86ba68bafe2b" providerId="AD" clId="Web-{5715FB60-D7FA-1007-00E9-CE65C316D35A}" dt="2025-12-14T06:50:51.836" v="236"/>
          <ac:spMkLst>
            <pc:docMk/>
            <pc:sldMk cId="0" sldId="256"/>
            <ac:spMk id="18" creationId="{B452F53D-A512-D29F-ABF6-14E97609CA74}"/>
          </ac:spMkLst>
        </pc:spChg>
      </pc:sldChg>
      <pc:sldChg chg="modSp">
        <pc:chgData name="Jessica Fackler" userId="S::jfackler@syr.edu::c8cc3452-21f5-4e8c-9c1b-86ba68bafe2b" providerId="AD" clId="Web-{5715FB60-D7FA-1007-00E9-CE65C316D35A}" dt="2025-12-14T22:37:30.124" v="239"/>
        <pc:sldMkLst>
          <pc:docMk/>
          <pc:sldMk cId="918368812" sldId="270"/>
        </pc:sldMkLst>
        <pc:graphicFrameChg chg="mod modGraphic">
          <ac:chgData name="Jessica Fackler" userId="S::jfackler@syr.edu::c8cc3452-21f5-4e8c-9c1b-86ba68bafe2b" providerId="AD" clId="Web-{5715FB60-D7FA-1007-00E9-CE65C316D35A}" dt="2025-12-14T22:37:30.124" v="239"/>
          <ac:graphicFrameMkLst>
            <pc:docMk/>
            <pc:sldMk cId="918368812" sldId="270"/>
            <ac:graphicFrameMk id="19" creationId="{D596BDCE-E7E7-50E9-CEAE-F64FBC2E20B0}"/>
          </ac:graphicFrameMkLst>
        </pc:graphicFrameChg>
      </pc:sldChg>
      <pc:sldChg chg="modSp">
        <pc:chgData name="Jessica Fackler" userId="S::jfackler@syr.edu::c8cc3452-21f5-4e8c-9c1b-86ba68bafe2b" providerId="AD" clId="Web-{5715FB60-D7FA-1007-00E9-CE65C316D35A}" dt="2025-12-13T20:04:41.054" v="233"/>
        <pc:sldMkLst>
          <pc:docMk/>
          <pc:sldMk cId="2624056862" sldId="271"/>
        </pc:sldMkLst>
        <pc:graphicFrameChg chg="mod modGraphic">
          <ac:chgData name="Jessica Fackler" userId="S::jfackler@syr.edu::c8cc3452-21f5-4e8c-9c1b-86ba68bafe2b" providerId="AD" clId="Web-{5715FB60-D7FA-1007-00E9-CE65C316D35A}" dt="2025-12-13T20:04:41.054" v="233"/>
          <ac:graphicFrameMkLst>
            <pc:docMk/>
            <pc:sldMk cId="2624056862" sldId="271"/>
            <ac:graphicFrameMk id="11" creationId="{D33A8B4C-511C-F9D6-FAC0-3DDEE1BBEC8E}"/>
          </ac:graphicFrameMkLst>
        </pc:graphicFrameChg>
      </pc:sldChg>
      <pc:sldChg chg="addSp modSp add del replId">
        <pc:chgData name="Jessica Fackler" userId="S::jfackler@syr.edu::c8cc3452-21f5-4e8c-9c1b-86ba68bafe2b" providerId="AD" clId="Web-{5715FB60-D7FA-1007-00E9-CE65C316D35A}" dt="2025-12-14T06:51:27.166" v="237"/>
        <pc:sldMkLst>
          <pc:docMk/>
          <pc:sldMk cId="1030955355" sldId="282"/>
        </pc:sldMkLst>
        <pc:graphicFrameChg chg="add mod modGraphic">
          <ac:chgData name="Jessica Fackler" userId="S::jfackler@syr.edu::c8cc3452-21f5-4e8c-9c1b-86ba68bafe2b" providerId="AD" clId="Web-{5715FB60-D7FA-1007-00E9-CE65C316D35A}" dt="2025-12-13T19:59:10.823" v="159"/>
          <ac:graphicFrameMkLst>
            <pc:docMk/>
            <pc:sldMk cId="1030955355" sldId="282"/>
            <ac:graphicFrameMk id="11" creationId="{E2FBC441-94DF-C798-FDFD-2A426A6661CE}"/>
          </ac:graphicFrameMkLst>
        </pc:graphicFrameChg>
      </pc:sldChg>
    </pc:docChg>
  </pc:docChgLst>
  <pc:docChgLst>
    <pc:chgData name="Madelyn Grace Forster" userId="S::mgforste@syr.edu::271e54c3-9e63-4aa2-b17e-2a9913e3d2b8" providerId="AD" clId="Web-{694F81E8-7F8F-45DA-B106-6D869B1609F0}"/>
    <pc:docChg chg="modSld">
      <pc:chgData name="Madelyn Grace Forster" userId="S::mgforste@syr.edu::271e54c3-9e63-4aa2-b17e-2a9913e3d2b8" providerId="AD" clId="Web-{694F81E8-7F8F-45DA-B106-6D869B1609F0}" dt="2025-12-08T15:08:07.779" v="2" actId="1076"/>
      <pc:docMkLst>
        <pc:docMk/>
      </pc:docMkLst>
      <pc:sldChg chg="modSp">
        <pc:chgData name="Madelyn Grace Forster" userId="S::mgforste@syr.edu::271e54c3-9e63-4aa2-b17e-2a9913e3d2b8" providerId="AD" clId="Web-{694F81E8-7F8F-45DA-B106-6D869B1609F0}" dt="2025-12-08T15:08:07.779" v="2" actId="1076"/>
        <pc:sldMkLst>
          <pc:docMk/>
          <pc:sldMk cId="1511857881" sldId="262"/>
        </pc:sldMkLst>
        <pc:picChg chg="mod">
          <ac:chgData name="Madelyn Grace Forster" userId="S::mgforste@syr.edu::271e54c3-9e63-4aa2-b17e-2a9913e3d2b8" providerId="AD" clId="Web-{694F81E8-7F8F-45DA-B106-6D869B1609F0}" dt="2025-12-08T15:08:07.779" v="2" actId="1076"/>
          <ac:picMkLst>
            <pc:docMk/>
            <pc:sldMk cId="1511857881" sldId="262"/>
            <ac:picMk id="8" creationId="{61AF7396-A0EA-F661-44E9-818FC21816C6}"/>
          </ac:picMkLst>
        </pc:picChg>
      </pc:sldChg>
    </pc:docChg>
  </pc:docChgLst>
  <pc:docChgLst>
    <pc:chgData name="Madelyn Grace Forster" userId="S::mgforste@syr.edu::271e54c3-9e63-4aa2-b17e-2a9913e3d2b8" providerId="AD" clId="Web-{63E59EBB-4667-6347-9D40-A29337E72F9F}"/>
    <pc:docChg chg="addSld delSld modSld sldOrd">
      <pc:chgData name="Madelyn Grace Forster" userId="S::mgforste@syr.edu::271e54c3-9e63-4aa2-b17e-2a9913e3d2b8" providerId="AD" clId="Web-{63E59EBB-4667-6347-9D40-A29337E72F9F}" dt="2025-12-07T20:58:17.424" v="215"/>
      <pc:docMkLst>
        <pc:docMk/>
      </pc:docMkLst>
      <pc:sldChg chg="ord">
        <pc:chgData name="Madelyn Grace Forster" userId="S::mgforste@syr.edu::271e54c3-9e63-4aa2-b17e-2a9913e3d2b8" providerId="AD" clId="Web-{63E59EBB-4667-6347-9D40-A29337E72F9F}" dt="2025-12-07T20:42:12.532" v="5"/>
        <pc:sldMkLst>
          <pc:docMk/>
          <pc:sldMk cId="0" sldId="258"/>
        </pc:sldMkLst>
      </pc:sldChg>
      <pc:sldChg chg="add replId">
        <pc:chgData name="Madelyn Grace Forster" userId="S::mgforste@syr.edu::271e54c3-9e63-4aa2-b17e-2a9913e3d2b8" providerId="AD" clId="Web-{63E59EBB-4667-6347-9D40-A29337E72F9F}" dt="2025-12-07T20:42:46.829" v="19"/>
        <pc:sldMkLst>
          <pc:docMk/>
          <pc:sldMk cId="1511857881" sldId="262"/>
        </pc:sldMkLst>
      </pc:sldChg>
    </pc:docChg>
  </pc:docChgLst>
  <pc:docChgLst>
    <pc:chgData name="Brealin Redecker" userId="S::blredeck@syr.edu::672be4f9-e84c-467b-b83f-676450a6e36a" providerId="AD" clId="Web-{DD1E9346-2F1D-D015-9FE7-BFCFA78E66E9}"/>
    <pc:docChg chg="modSld">
      <pc:chgData name="Brealin Redecker" userId="S::blredeck@syr.edu::672be4f9-e84c-467b-b83f-676450a6e36a" providerId="AD" clId="Web-{DD1E9346-2F1D-D015-9FE7-BFCFA78E66E9}" dt="2025-12-08T15:15:39.360" v="34" actId="20577"/>
      <pc:docMkLst>
        <pc:docMk/>
      </pc:docMkLst>
      <pc:sldChg chg="modSp">
        <pc:chgData name="Brealin Redecker" userId="S::blredeck@syr.edu::672be4f9-e84c-467b-b83f-676450a6e36a" providerId="AD" clId="Web-{DD1E9346-2F1D-D015-9FE7-BFCFA78E66E9}" dt="2025-12-08T15:14:19.562" v="2" actId="20577"/>
        <pc:sldMkLst>
          <pc:docMk/>
          <pc:sldMk cId="0" sldId="257"/>
        </pc:sldMkLst>
        <pc:spChg chg="mod">
          <ac:chgData name="Brealin Redecker" userId="S::blredeck@syr.edu::672be4f9-e84c-467b-b83f-676450a6e36a" providerId="AD" clId="Web-{DD1E9346-2F1D-D015-9FE7-BFCFA78E66E9}" dt="2025-12-08T15:14:19.562" v="2" actId="20577"/>
          <ac:spMkLst>
            <pc:docMk/>
            <pc:sldMk cId="0" sldId="257"/>
            <ac:spMk id="10" creationId="{00000000-0000-0000-0000-000000000000}"/>
          </ac:spMkLst>
        </pc:spChg>
      </pc:sldChg>
      <pc:sldChg chg="modSp">
        <pc:chgData name="Brealin Redecker" userId="S::blredeck@syr.edu::672be4f9-e84c-467b-b83f-676450a6e36a" providerId="AD" clId="Web-{DD1E9346-2F1D-D015-9FE7-BFCFA78E66E9}" dt="2025-12-08T15:15:30.688" v="31" actId="20577"/>
        <pc:sldMkLst>
          <pc:docMk/>
          <pc:sldMk cId="0" sldId="258"/>
        </pc:sldMkLst>
        <pc:spChg chg="mod">
          <ac:chgData name="Brealin Redecker" userId="S::blredeck@syr.edu::672be4f9-e84c-467b-b83f-676450a6e36a" providerId="AD" clId="Web-{DD1E9346-2F1D-D015-9FE7-BFCFA78E66E9}" dt="2025-12-08T15:15:30.688" v="31" actId="20577"/>
          <ac:spMkLst>
            <pc:docMk/>
            <pc:sldMk cId="0" sldId="258"/>
            <ac:spMk id="11" creationId="{00000000-0000-0000-0000-000000000000}"/>
          </ac:spMkLst>
        </pc:spChg>
      </pc:sldChg>
      <pc:sldChg chg="modSp">
        <pc:chgData name="Brealin Redecker" userId="S::blredeck@syr.edu::672be4f9-e84c-467b-b83f-676450a6e36a" providerId="AD" clId="Web-{DD1E9346-2F1D-D015-9FE7-BFCFA78E66E9}" dt="2025-12-08T15:15:39.360" v="34" actId="20577"/>
        <pc:sldMkLst>
          <pc:docMk/>
          <pc:sldMk cId="0" sldId="260"/>
        </pc:sldMkLst>
        <pc:spChg chg="mod">
          <ac:chgData name="Brealin Redecker" userId="S::blredeck@syr.edu::672be4f9-e84c-467b-b83f-676450a6e36a" providerId="AD" clId="Web-{DD1E9346-2F1D-D015-9FE7-BFCFA78E66E9}" dt="2025-12-08T15:15:39.360" v="34" actId="20577"/>
          <ac:spMkLst>
            <pc:docMk/>
            <pc:sldMk cId="0" sldId="260"/>
            <ac:spMk id="10" creationId="{00000000-0000-0000-0000-000000000000}"/>
          </ac:spMkLst>
        </pc:spChg>
      </pc:sldChg>
      <pc:sldChg chg="modSp">
        <pc:chgData name="Brealin Redecker" userId="S::blredeck@syr.edu::672be4f9-e84c-467b-b83f-676450a6e36a" providerId="AD" clId="Web-{DD1E9346-2F1D-D015-9FE7-BFCFA78E66E9}" dt="2025-12-08T15:15:00.782" v="16" actId="20577"/>
        <pc:sldMkLst>
          <pc:docMk/>
          <pc:sldMk cId="1511857881" sldId="262"/>
        </pc:sldMkLst>
        <pc:spChg chg="mod">
          <ac:chgData name="Brealin Redecker" userId="S::blredeck@syr.edu::672be4f9-e84c-467b-b83f-676450a6e36a" providerId="AD" clId="Web-{DD1E9346-2F1D-D015-9FE7-BFCFA78E66E9}" dt="2025-12-08T15:15:00.782" v="16" actId="20577"/>
          <ac:spMkLst>
            <pc:docMk/>
            <pc:sldMk cId="1511857881" sldId="262"/>
            <ac:spMk id="10" creationId="{2122CF79-F8E0-DA03-DEC9-65FDC5530A53}"/>
          </ac:spMkLst>
        </pc:spChg>
      </pc:sldChg>
      <pc:sldChg chg="modSp">
        <pc:chgData name="Brealin Redecker" userId="S::blredeck@syr.edu::672be4f9-e84c-467b-b83f-676450a6e36a" providerId="AD" clId="Web-{DD1E9346-2F1D-D015-9FE7-BFCFA78E66E9}" dt="2025-12-08T15:15:08.282" v="23" actId="20577"/>
        <pc:sldMkLst>
          <pc:docMk/>
          <pc:sldMk cId="959053591" sldId="263"/>
        </pc:sldMkLst>
        <pc:spChg chg="mod">
          <ac:chgData name="Brealin Redecker" userId="S::blredeck@syr.edu::672be4f9-e84c-467b-b83f-676450a6e36a" providerId="AD" clId="Web-{DD1E9346-2F1D-D015-9FE7-BFCFA78E66E9}" dt="2025-12-08T15:14:31.516" v="9" actId="20577"/>
          <ac:spMkLst>
            <pc:docMk/>
            <pc:sldMk cId="959053591" sldId="263"/>
            <ac:spMk id="9" creationId="{33BAA9C9-D803-F57F-47C7-DFDFD8A05744}"/>
          </ac:spMkLst>
        </pc:spChg>
        <pc:spChg chg="mod">
          <ac:chgData name="Brealin Redecker" userId="S::blredeck@syr.edu::672be4f9-e84c-467b-b83f-676450a6e36a" providerId="AD" clId="Web-{DD1E9346-2F1D-D015-9FE7-BFCFA78E66E9}" dt="2025-12-08T15:15:08.282" v="23" actId="20577"/>
          <ac:spMkLst>
            <pc:docMk/>
            <pc:sldMk cId="959053591" sldId="263"/>
            <ac:spMk id="10" creationId="{3EF54362-0134-DA11-A0C2-1D34C97B6FE6}"/>
          </ac:spMkLst>
        </pc:spChg>
      </pc:sldChg>
    </pc:docChg>
  </pc:docChgLst>
  <pc:docChgLst>
    <pc:chgData name="Madelyn Grace Forster" userId="S::mgforste@syr.edu::271e54c3-9e63-4aa2-b17e-2a9913e3d2b8" providerId="AD" clId="Web-{60E6BE68-BA3C-15C0-1768-22A0805F8FA3}"/>
    <pc:docChg chg="modSld">
      <pc:chgData name="Madelyn Grace Forster" userId="S::mgforste@syr.edu::271e54c3-9e63-4aa2-b17e-2a9913e3d2b8" providerId="AD" clId="Web-{60E6BE68-BA3C-15C0-1768-22A0805F8FA3}" dt="2025-12-13T14:31:08.421" v="77"/>
      <pc:docMkLst>
        <pc:docMk/>
      </pc:docMkLst>
      <pc:sldChg chg="modNotes">
        <pc:chgData name="Madelyn Grace Forster" userId="S::mgforste@syr.edu::271e54c3-9e63-4aa2-b17e-2a9913e3d2b8" providerId="AD" clId="Web-{60E6BE68-BA3C-15C0-1768-22A0805F8FA3}" dt="2025-12-13T14:31:08.421" v="77"/>
        <pc:sldMkLst>
          <pc:docMk/>
          <pc:sldMk cId="2147803647" sldId="264"/>
        </pc:sldMkLst>
      </pc:sldChg>
    </pc:docChg>
  </pc:docChgLst>
  <pc:docChgLst>
    <pc:chgData name="Brealin Redecker" userId="S::blredeck@syr.edu::672be4f9-e84c-467b-b83f-676450a6e36a" providerId="AD" clId="Web-{DB39A2A5-5C18-6417-1F1A-21F98615A0AB}"/>
    <pc:docChg chg="modSld">
      <pc:chgData name="Brealin Redecker" userId="S::blredeck@syr.edu::672be4f9-e84c-467b-b83f-676450a6e36a" providerId="AD" clId="Web-{DB39A2A5-5C18-6417-1F1A-21F98615A0AB}" dt="2025-12-13T14:03:42.585" v="18" actId="1076"/>
      <pc:docMkLst>
        <pc:docMk/>
      </pc:docMkLst>
      <pc:sldChg chg="addSp delSp modSp">
        <pc:chgData name="Brealin Redecker" userId="S::blredeck@syr.edu::672be4f9-e84c-467b-b83f-676450a6e36a" providerId="AD" clId="Web-{DB39A2A5-5C18-6417-1F1A-21F98615A0AB}" dt="2025-12-13T14:03:42.585" v="18" actId="1076"/>
        <pc:sldMkLst>
          <pc:docMk/>
          <pc:sldMk cId="2406311946" sldId="273"/>
        </pc:sldMkLst>
        <pc:spChg chg="mod">
          <ac:chgData name="Brealin Redecker" userId="S::blredeck@syr.edu::672be4f9-e84c-467b-b83f-676450a6e36a" providerId="AD" clId="Web-{DB39A2A5-5C18-6417-1F1A-21F98615A0AB}" dt="2025-12-13T14:03:42.585" v="18" actId="1076"/>
          <ac:spMkLst>
            <pc:docMk/>
            <pc:sldMk cId="2406311946" sldId="273"/>
            <ac:spMk id="9" creationId="{EC0BEC61-FAB3-9B0D-8D45-2087928FAFD6}"/>
          </ac:spMkLst>
        </pc:spChg>
        <pc:spChg chg="add del mod">
          <ac:chgData name="Brealin Redecker" userId="S::blredeck@syr.edu::672be4f9-e84c-467b-b83f-676450a6e36a" providerId="AD" clId="Web-{DB39A2A5-5C18-6417-1F1A-21F98615A0AB}" dt="2025-12-13T13:56:27.325" v="12"/>
          <ac:spMkLst>
            <pc:docMk/>
            <pc:sldMk cId="2406311946" sldId="273"/>
            <ac:spMk id="11" creationId="{41CA5C5E-073A-0083-D53F-05F95ECEB3CE}"/>
          </ac:spMkLst>
        </pc:spChg>
      </pc:sldChg>
    </pc:docChg>
  </pc:docChgLst>
  <pc:docChgLst>
    <pc:chgData name="Madelyn Grace Forster" userId="S::mgforste@syr.edu::271e54c3-9e63-4aa2-b17e-2a9913e3d2b8" providerId="AD" clId="Web-{B6B25F0B-E009-5080-49F2-F0F5D1428647}"/>
    <pc:docChg chg="modSld">
      <pc:chgData name="Madelyn Grace Forster" userId="S::mgforste@syr.edu::271e54c3-9e63-4aa2-b17e-2a9913e3d2b8" providerId="AD" clId="Web-{B6B25F0B-E009-5080-49F2-F0F5D1428647}" dt="2025-12-12T16:51:23.777" v="38"/>
      <pc:docMkLst>
        <pc:docMk/>
      </pc:docMkLst>
      <pc:sldChg chg="addSp delSp modSp">
        <pc:chgData name="Madelyn Grace Forster" userId="S::mgforste@syr.edu::271e54c3-9e63-4aa2-b17e-2a9913e3d2b8" providerId="AD" clId="Web-{B6B25F0B-E009-5080-49F2-F0F5D1428647}" dt="2025-12-12T16:51:23.777" v="38"/>
        <pc:sldMkLst>
          <pc:docMk/>
          <pc:sldMk cId="0" sldId="256"/>
        </pc:sldMkLst>
      </pc:sldChg>
      <pc:sldChg chg="addSp delSp">
        <pc:chgData name="Madelyn Grace Forster" userId="S::mgforste@syr.edu::271e54c3-9e63-4aa2-b17e-2a9913e3d2b8" providerId="AD" clId="Web-{B6B25F0B-E009-5080-49F2-F0F5D1428647}" dt="2025-12-12T16:51:15.433" v="35"/>
        <pc:sldMkLst>
          <pc:docMk/>
          <pc:sldMk cId="0" sldId="257"/>
        </pc:sldMkLst>
      </pc:sldChg>
    </pc:docChg>
  </pc:docChgLst>
  <pc:docChgLst>
    <pc:chgData name="Madelyn Grace Forster" userId="S::mgforste@syr.edu::271e54c3-9e63-4aa2-b17e-2a9913e3d2b8" providerId="AD" clId="Web-{1883ED16-49D3-7702-29DA-83CC77349018}"/>
    <pc:docChg chg="delSld modSld">
      <pc:chgData name="Madelyn Grace Forster" userId="S::mgforste@syr.edu::271e54c3-9e63-4aa2-b17e-2a9913e3d2b8" providerId="AD" clId="Web-{1883ED16-49D3-7702-29DA-83CC77349018}" dt="2025-12-13T14:28:00.683" v="4637"/>
      <pc:docMkLst>
        <pc:docMk/>
      </pc:docMkLst>
      <pc:sldChg chg="addSp delSp modSp">
        <pc:chgData name="Madelyn Grace Forster" userId="S::mgforste@syr.edu::271e54c3-9e63-4aa2-b17e-2a9913e3d2b8" providerId="AD" clId="Web-{1883ED16-49D3-7702-29DA-83CC77349018}" dt="2025-12-13T14:06:04.986" v="2806"/>
        <pc:sldMkLst>
          <pc:docMk/>
          <pc:sldMk cId="0" sldId="258"/>
        </pc:sldMkLst>
        <pc:spChg chg="mod">
          <ac:chgData name="Madelyn Grace Forster" userId="S::mgforste@syr.edu::271e54c3-9e63-4aa2-b17e-2a9913e3d2b8" providerId="AD" clId="Web-{1883ED16-49D3-7702-29DA-83CC77349018}" dt="2025-12-13T13:43:53.019" v="1463" actId="1076"/>
          <ac:spMkLst>
            <pc:docMk/>
            <pc:sldMk cId="0" sldId="258"/>
            <ac:spMk id="12" creationId="{00000000-0000-0000-0000-000000000000}"/>
          </ac:spMkLst>
        </pc:spChg>
        <pc:graphicFrameChg chg="add mod modGraphic">
          <ac:chgData name="Madelyn Grace Forster" userId="S::mgforste@syr.edu::271e54c3-9e63-4aa2-b17e-2a9913e3d2b8" providerId="AD" clId="Web-{1883ED16-49D3-7702-29DA-83CC77349018}" dt="2025-12-13T14:06:04.986" v="2806"/>
          <ac:graphicFrameMkLst>
            <pc:docMk/>
            <pc:sldMk cId="0" sldId="258"/>
            <ac:graphicFrameMk id="14" creationId="{7D2B3127-F20A-36ED-9B87-3F95E83C7686}"/>
          </ac:graphicFrameMkLst>
        </pc:graphicFrameChg>
        <pc:picChg chg="add del mod">
          <ac:chgData name="Madelyn Grace Forster" userId="S::mgforste@syr.edu::271e54c3-9e63-4aa2-b17e-2a9913e3d2b8" providerId="AD" clId="Web-{1883ED16-49D3-7702-29DA-83CC77349018}" dt="2025-12-13T13:43:47.034" v="1462"/>
          <ac:picMkLst>
            <pc:docMk/>
            <pc:sldMk cId="0" sldId="258"/>
            <ac:picMk id="8" creationId="{9E619B08-2B33-2372-3B68-C7A07F8E57E1}"/>
          </ac:picMkLst>
        </pc:picChg>
      </pc:sldChg>
      <pc:sldChg chg="addSp delSp modSp modNotes">
        <pc:chgData name="Madelyn Grace Forster" userId="S::mgforste@syr.edu::271e54c3-9e63-4aa2-b17e-2a9913e3d2b8" providerId="AD" clId="Web-{1883ED16-49D3-7702-29DA-83CC77349018}" dt="2025-12-13T14:21:01.444" v="4628"/>
        <pc:sldMkLst>
          <pc:docMk/>
          <pc:sldMk cId="0" sldId="260"/>
        </pc:sldMkLst>
        <pc:spChg chg="add del mod">
          <ac:chgData name="Madelyn Grace Forster" userId="S::mgforste@syr.edu::271e54c3-9e63-4aa2-b17e-2a9913e3d2b8" providerId="AD" clId="Web-{1883ED16-49D3-7702-29DA-83CC77349018}" dt="2025-12-13T13:59:45.977" v="1904"/>
          <ac:spMkLst>
            <pc:docMk/>
            <pc:sldMk cId="0" sldId="260"/>
            <ac:spMk id="8" creationId="{A65F42A3-E285-49F6-E810-30F7C2DFEDA1}"/>
          </ac:spMkLst>
        </pc:spChg>
        <pc:spChg chg="mod">
          <ac:chgData name="Madelyn Grace Forster" userId="S::mgforste@syr.edu::271e54c3-9e63-4aa2-b17e-2a9913e3d2b8" providerId="AD" clId="Web-{1883ED16-49D3-7702-29DA-83CC77349018}" dt="2025-12-13T13:52:21.809" v="1740" actId="20577"/>
          <ac:spMkLst>
            <pc:docMk/>
            <pc:sldMk cId="0" sldId="260"/>
            <ac:spMk id="11" creationId="{00000000-0000-0000-0000-000000000000}"/>
          </ac:spMkLst>
        </pc:spChg>
        <pc:spChg chg="add del mod">
          <ac:chgData name="Madelyn Grace Forster" userId="S::mgforste@syr.edu::271e54c3-9e63-4aa2-b17e-2a9913e3d2b8" providerId="AD" clId="Web-{1883ED16-49D3-7702-29DA-83CC77349018}" dt="2025-12-13T13:59:46.852" v="1905"/>
          <ac:spMkLst>
            <pc:docMk/>
            <pc:sldMk cId="0" sldId="260"/>
            <ac:spMk id="15" creationId="{2182C744-E8CA-5FF4-8BEC-2EB2F8D59C72}"/>
          </ac:spMkLst>
        </pc:spChg>
        <pc:spChg chg="add del mod">
          <ac:chgData name="Madelyn Grace Forster" userId="S::mgforste@syr.edu::271e54c3-9e63-4aa2-b17e-2a9913e3d2b8" providerId="AD" clId="Web-{1883ED16-49D3-7702-29DA-83CC77349018}" dt="2025-12-13T13:59:52.915" v="1910"/>
          <ac:spMkLst>
            <pc:docMk/>
            <pc:sldMk cId="0" sldId="260"/>
            <ac:spMk id="16" creationId="{8B4E1C83-99F7-E4A1-B672-D689B3F3BD6C}"/>
          </ac:spMkLst>
        </pc:spChg>
        <pc:spChg chg="del">
          <ac:chgData name="Madelyn Grace Forster" userId="S::mgforste@syr.edu::271e54c3-9e63-4aa2-b17e-2a9913e3d2b8" providerId="AD" clId="Web-{1883ED16-49D3-7702-29DA-83CC77349018}" dt="2025-12-13T13:51:34.214" v="1691"/>
          <ac:spMkLst>
            <pc:docMk/>
            <pc:sldMk cId="0" sldId="260"/>
            <ac:spMk id="17" creationId="{06032630-8AC1-08B3-A174-B90A44715359}"/>
          </ac:spMkLst>
        </pc:spChg>
        <pc:spChg chg="add del mod">
          <ac:chgData name="Madelyn Grace Forster" userId="S::mgforste@syr.edu::271e54c3-9e63-4aa2-b17e-2a9913e3d2b8" providerId="AD" clId="Web-{1883ED16-49D3-7702-29DA-83CC77349018}" dt="2025-12-13T13:59:52.150" v="1909"/>
          <ac:spMkLst>
            <pc:docMk/>
            <pc:sldMk cId="0" sldId="260"/>
            <ac:spMk id="18" creationId="{C397291B-3B2F-F178-2F7B-B292661E9B3A}"/>
          </ac:spMkLst>
        </pc:spChg>
        <pc:spChg chg="del mod">
          <ac:chgData name="Madelyn Grace Forster" userId="S::mgforste@syr.edu::271e54c3-9e63-4aa2-b17e-2a9913e3d2b8" providerId="AD" clId="Web-{1883ED16-49D3-7702-29DA-83CC77349018}" dt="2025-12-13T13:51:37.120" v="1695"/>
          <ac:spMkLst>
            <pc:docMk/>
            <pc:sldMk cId="0" sldId="260"/>
            <ac:spMk id="19" creationId="{045E8215-9536-1319-18E4-7C5E6C2E7E03}"/>
          </ac:spMkLst>
        </pc:spChg>
        <pc:spChg chg="del">
          <ac:chgData name="Madelyn Grace Forster" userId="S::mgforste@syr.edu::271e54c3-9e63-4aa2-b17e-2a9913e3d2b8" providerId="AD" clId="Web-{1883ED16-49D3-7702-29DA-83CC77349018}" dt="2025-12-13T13:51:36.683" v="1693"/>
          <ac:spMkLst>
            <pc:docMk/>
            <pc:sldMk cId="0" sldId="260"/>
            <ac:spMk id="20" creationId="{1493D97D-4F67-8BB6-0631-D42E33B7A3E7}"/>
          </ac:spMkLst>
        </pc:spChg>
        <pc:spChg chg="del">
          <ac:chgData name="Madelyn Grace Forster" userId="S::mgforste@syr.edu::271e54c3-9e63-4aa2-b17e-2a9913e3d2b8" providerId="AD" clId="Web-{1883ED16-49D3-7702-29DA-83CC77349018}" dt="2025-12-13T13:51:57.324" v="1716"/>
          <ac:spMkLst>
            <pc:docMk/>
            <pc:sldMk cId="0" sldId="260"/>
            <ac:spMk id="21" creationId="{0309CF25-837B-D725-B39D-0924FB3BE878}"/>
          </ac:spMkLst>
        </pc:spChg>
        <pc:spChg chg="del">
          <ac:chgData name="Madelyn Grace Forster" userId="S::mgforste@syr.edu::271e54c3-9e63-4aa2-b17e-2a9913e3d2b8" providerId="AD" clId="Web-{1883ED16-49D3-7702-29DA-83CC77349018}" dt="2025-12-13T13:51:56.277" v="1715"/>
          <ac:spMkLst>
            <pc:docMk/>
            <pc:sldMk cId="0" sldId="260"/>
            <ac:spMk id="22" creationId="{CC2E7C84-58D3-3238-3229-E028A155B14F}"/>
          </ac:spMkLst>
        </pc:spChg>
        <pc:spChg chg="del mod">
          <ac:chgData name="Madelyn Grace Forster" userId="S::mgforste@syr.edu::271e54c3-9e63-4aa2-b17e-2a9913e3d2b8" providerId="AD" clId="Web-{1883ED16-49D3-7702-29DA-83CC77349018}" dt="2025-12-13T13:51:55.246" v="1714"/>
          <ac:spMkLst>
            <pc:docMk/>
            <pc:sldMk cId="0" sldId="260"/>
            <ac:spMk id="23" creationId="{4CDEF6B3-7C53-B1B4-D583-27D369442425}"/>
          </ac:spMkLst>
        </pc:spChg>
        <pc:spChg chg="del mod">
          <ac:chgData name="Madelyn Grace Forster" userId="S::mgforste@syr.edu::271e54c3-9e63-4aa2-b17e-2a9913e3d2b8" providerId="AD" clId="Web-{1883ED16-49D3-7702-29DA-83CC77349018}" dt="2025-12-13T13:51:52.121" v="1711"/>
          <ac:spMkLst>
            <pc:docMk/>
            <pc:sldMk cId="0" sldId="260"/>
            <ac:spMk id="24" creationId="{41B7BE48-0023-8994-1649-6EE84CA6BFF8}"/>
          </ac:spMkLst>
        </pc:spChg>
        <pc:spChg chg="del">
          <ac:chgData name="Madelyn Grace Forster" userId="S::mgforste@syr.edu::271e54c3-9e63-4aa2-b17e-2a9913e3d2b8" providerId="AD" clId="Web-{1883ED16-49D3-7702-29DA-83CC77349018}" dt="2025-12-13T13:51:37.323" v="1696"/>
          <ac:spMkLst>
            <pc:docMk/>
            <pc:sldMk cId="0" sldId="260"/>
            <ac:spMk id="25" creationId="{1A50A98B-DED0-E427-AB1E-5E1BD9E3FD1A}"/>
          </ac:spMkLst>
        </pc:spChg>
        <pc:spChg chg="del mod">
          <ac:chgData name="Madelyn Grace Forster" userId="S::mgforste@syr.edu::271e54c3-9e63-4aa2-b17e-2a9913e3d2b8" providerId="AD" clId="Web-{1883ED16-49D3-7702-29DA-83CC77349018}" dt="2025-12-13T13:51:46.620" v="1708"/>
          <ac:spMkLst>
            <pc:docMk/>
            <pc:sldMk cId="0" sldId="260"/>
            <ac:spMk id="26" creationId="{7B156DC9-5ACA-50B5-B255-13CE50494D16}"/>
          </ac:spMkLst>
        </pc:spChg>
        <pc:spChg chg="del">
          <ac:chgData name="Madelyn Grace Forster" userId="S::mgforste@syr.edu::271e54c3-9e63-4aa2-b17e-2a9913e3d2b8" providerId="AD" clId="Web-{1883ED16-49D3-7702-29DA-83CC77349018}" dt="2025-12-13T13:51:20.401" v="1685"/>
          <ac:spMkLst>
            <pc:docMk/>
            <pc:sldMk cId="0" sldId="260"/>
            <ac:spMk id="27" creationId="{E6346DA2-CB8D-4CB8-CBBE-857AD53E2902}"/>
          </ac:spMkLst>
        </pc:spChg>
        <pc:spChg chg="add del">
          <ac:chgData name="Madelyn Grace Forster" userId="S::mgforste@syr.edu::271e54c3-9e63-4aa2-b17e-2a9913e3d2b8" providerId="AD" clId="Web-{1883ED16-49D3-7702-29DA-83CC77349018}" dt="2025-12-13T13:51:33.292" v="1690"/>
          <ac:spMkLst>
            <pc:docMk/>
            <pc:sldMk cId="0" sldId="260"/>
            <ac:spMk id="28" creationId="{D6A08D1D-6A01-3FF8-7A86-65208F39A05A}"/>
          </ac:spMkLst>
        </pc:spChg>
        <pc:spChg chg="del">
          <ac:chgData name="Madelyn Grace Forster" userId="S::mgforste@syr.edu::271e54c3-9e63-4aa2-b17e-2a9913e3d2b8" providerId="AD" clId="Web-{1883ED16-49D3-7702-29DA-83CC77349018}" dt="2025-12-13T13:51:22.635" v="1687"/>
          <ac:spMkLst>
            <pc:docMk/>
            <pc:sldMk cId="0" sldId="260"/>
            <ac:spMk id="29" creationId="{956E0EE8-DCF4-3402-7DD1-6633CA56084E}"/>
          </ac:spMkLst>
        </pc:spChg>
        <pc:spChg chg="del">
          <ac:chgData name="Madelyn Grace Forster" userId="S::mgforste@syr.edu::271e54c3-9e63-4aa2-b17e-2a9913e3d2b8" providerId="AD" clId="Web-{1883ED16-49D3-7702-29DA-83CC77349018}" dt="2025-12-13T13:51:19.416" v="1684"/>
          <ac:spMkLst>
            <pc:docMk/>
            <pc:sldMk cId="0" sldId="260"/>
            <ac:spMk id="30" creationId="{37C5B666-9C21-220D-751D-941ABB65D890}"/>
          </ac:spMkLst>
        </pc:spChg>
        <pc:spChg chg="del">
          <ac:chgData name="Madelyn Grace Forster" userId="S::mgforste@syr.edu::271e54c3-9e63-4aa2-b17e-2a9913e3d2b8" providerId="AD" clId="Web-{1883ED16-49D3-7702-29DA-83CC77349018}" dt="2025-12-13T13:51:21.666" v="1686"/>
          <ac:spMkLst>
            <pc:docMk/>
            <pc:sldMk cId="0" sldId="260"/>
            <ac:spMk id="31" creationId="{F5865F75-B419-DF7E-42BD-A5F5C31A2A21}"/>
          </ac:spMkLst>
        </pc:spChg>
        <pc:spChg chg="del mod">
          <ac:chgData name="Madelyn Grace Forster" userId="S::mgforste@syr.edu::271e54c3-9e63-4aa2-b17e-2a9913e3d2b8" providerId="AD" clId="Web-{1883ED16-49D3-7702-29DA-83CC77349018}" dt="2025-12-13T13:52:52.091" v="1753"/>
          <ac:spMkLst>
            <pc:docMk/>
            <pc:sldMk cId="0" sldId="260"/>
            <ac:spMk id="32" creationId="{2182C744-E8CA-5FF4-8BEC-2EB2F8D59C72}"/>
          </ac:spMkLst>
        </pc:spChg>
        <pc:spChg chg="del mod">
          <ac:chgData name="Madelyn Grace Forster" userId="S::mgforste@syr.edu::271e54c3-9e63-4aa2-b17e-2a9913e3d2b8" providerId="AD" clId="Web-{1883ED16-49D3-7702-29DA-83CC77349018}" dt="2025-12-13T13:52:29.169" v="1743"/>
          <ac:spMkLst>
            <pc:docMk/>
            <pc:sldMk cId="0" sldId="260"/>
            <ac:spMk id="33" creationId="{A65F42A3-E285-49F6-E810-30F7C2DFEDA1}"/>
          </ac:spMkLst>
        </pc:spChg>
        <pc:spChg chg="add del mod">
          <ac:chgData name="Madelyn Grace Forster" userId="S::mgforste@syr.edu::271e54c3-9e63-4aa2-b17e-2a9913e3d2b8" providerId="AD" clId="Web-{1883ED16-49D3-7702-29DA-83CC77349018}" dt="2025-12-13T14:00:03.463" v="1916"/>
          <ac:spMkLst>
            <pc:docMk/>
            <pc:sldMk cId="0" sldId="260"/>
            <ac:spMk id="34" creationId="{9E0054CA-C0C4-AF6C-1929-4B5D5389FEC5}"/>
          </ac:spMkLst>
        </pc:spChg>
        <pc:spChg chg="add del mod">
          <ac:chgData name="Madelyn Grace Forster" userId="S::mgforste@syr.edu::271e54c3-9e63-4aa2-b17e-2a9913e3d2b8" providerId="AD" clId="Web-{1883ED16-49D3-7702-29DA-83CC77349018}" dt="2025-12-13T14:00:36.135" v="1928"/>
          <ac:spMkLst>
            <pc:docMk/>
            <pc:sldMk cId="0" sldId="260"/>
            <ac:spMk id="35" creationId="{F951AAF1-F61D-CAA7-A83A-B1245C63770A}"/>
          </ac:spMkLst>
        </pc:spChg>
        <pc:spChg chg="add del mod">
          <ac:chgData name="Madelyn Grace Forster" userId="S::mgforste@syr.edu::271e54c3-9e63-4aa2-b17e-2a9913e3d2b8" providerId="AD" clId="Web-{1883ED16-49D3-7702-29DA-83CC77349018}" dt="2025-12-13T13:55:36.252" v="1810"/>
          <ac:spMkLst>
            <pc:docMk/>
            <pc:sldMk cId="0" sldId="260"/>
            <ac:spMk id="36" creationId="{F8BD4440-940E-0FEB-9236-F009D7BD5040}"/>
          </ac:spMkLst>
        </pc:spChg>
        <pc:spChg chg="add del mod">
          <ac:chgData name="Madelyn Grace Forster" userId="S::mgforste@syr.edu::271e54c3-9e63-4aa2-b17e-2a9913e3d2b8" providerId="AD" clId="Web-{1883ED16-49D3-7702-29DA-83CC77349018}" dt="2025-12-13T14:00:30.369" v="1926"/>
          <ac:spMkLst>
            <pc:docMk/>
            <pc:sldMk cId="0" sldId="260"/>
            <ac:spMk id="37" creationId="{3483241E-A8DC-4A87-7B39-70BA2E24CAF4}"/>
          </ac:spMkLst>
        </pc:spChg>
        <pc:spChg chg="add del">
          <ac:chgData name="Madelyn Grace Forster" userId="S::mgforste@syr.edu::271e54c3-9e63-4aa2-b17e-2a9913e3d2b8" providerId="AD" clId="Web-{1883ED16-49D3-7702-29DA-83CC77349018}" dt="2025-12-13T14:00:33.916" v="1927"/>
          <ac:spMkLst>
            <pc:docMk/>
            <pc:sldMk cId="0" sldId="260"/>
            <ac:spMk id="38" creationId="{F8BD4440-940E-0FEB-9236-F009D7BD5040}"/>
          </ac:spMkLst>
        </pc:spChg>
        <pc:spChg chg="add del mod">
          <ac:chgData name="Madelyn Grace Forster" userId="S::mgforste@syr.edu::271e54c3-9e63-4aa2-b17e-2a9913e3d2b8" providerId="AD" clId="Web-{1883ED16-49D3-7702-29DA-83CC77349018}" dt="2025-12-13T14:00:28.744" v="1925"/>
          <ac:spMkLst>
            <pc:docMk/>
            <pc:sldMk cId="0" sldId="260"/>
            <ac:spMk id="39" creationId="{D8D82C98-9569-704C-09F0-8768243B04EC}"/>
          </ac:spMkLst>
        </pc:spChg>
        <pc:spChg chg="add del mod">
          <ac:chgData name="Madelyn Grace Forster" userId="S::mgforste@syr.edu::271e54c3-9e63-4aa2-b17e-2a9913e3d2b8" providerId="AD" clId="Web-{1883ED16-49D3-7702-29DA-83CC77349018}" dt="2025-12-13T14:00:27.260" v="1924"/>
          <ac:spMkLst>
            <pc:docMk/>
            <pc:sldMk cId="0" sldId="260"/>
            <ac:spMk id="40" creationId="{0BA008F8-4002-02AD-D0DE-044B57C6C069}"/>
          </ac:spMkLst>
        </pc:spChg>
        <pc:spChg chg="add del mod">
          <ac:chgData name="Madelyn Grace Forster" userId="S::mgforste@syr.edu::271e54c3-9e63-4aa2-b17e-2a9913e3d2b8" providerId="AD" clId="Web-{1883ED16-49D3-7702-29DA-83CC77349018}" dt="2025-12-13T14:00:26.119" v="1923"/>
          <ac:spMkLst>
            <pc:docMk/>
            <pc:sldMk cId="0" sldId="260"/>
            <ac:spMk id="41" creationId="{6B3279E8-3FFB-42DB-EC64-97885CE2ADF1}"/>
          </ac:spMkLst>
        </pc:spChg>
        <pc:spChg chg="add del mod">
          <ac:chgData name="Madelyn Grace Forster" userId="S::mgforste@syr.edu::271e54c3-9e63-4aa2-b17e-2a9913e3d2b8" providerId="AD" clId="Web-{1883ED16-49D3-7702-29DA-83CC77349018}" dt="2025-12-13T14:00:23.791" v="1921"/>
          <ac:spMkLst>
            <pc:docMk/>
            <pc:sldMk cId="0" sldId="260"/>
            <ac:spMk id="42" creationId="{7FA63354-3F79-5D02-E23B-E4F318AFB95C}"/>
          </ac:spMkLst>
        </pc:spChg>
        <pc:spChg chg="add del mod">
          <ac:chgData name="Madelyn Grace Forster" userId="S::mgforste@syr.edu::271e54c3-9e63-4aa2-b17e-2a9913e3d2b8" providerId="AD" clId="Web-{1883ED16-49D3-7702-29DA-83CC77349018}" dt="2025-12-13T14:00:21.557" v="1920"/>
          <ac:spMkLst>
            <pc:docMk/>
            <pc:sldMk cId="0" sldId="260"/>
            <ac:spMk id="43" creationId="{8F519BED-FBCE-F4B4-2284-89902F8075C4}"/>
          </ac:spMkLst>
        </pc:spChg>
        <pc:spChg chg="add del mod">
          <ac:chgData name="Madelyn Grace Forster" userId="S::mgforste@syr.edu::271e54c3-9e63-4aa2-b17e-2a9913e3d2b8" providerId="AD" clId="Web-{1883ED16-49D3-7702-29DA-83CC77349018}" dt="2025-12-13T14:00:19.338" v="1919"/>
          <ac:spMkLst>
            <pc:docMk/>
            <pc:sldMk cId="0" sldId="260"/>
            <ac:spMk id="44" creationId="{31CF86F6-EA92-B4F7-5949-C21712536D05}"/>
          </ac:spMkLst>
        </pc:spChg>
        <pc:spChg chg="add del mod">
          <ac:chgData name="Madelyn Grace Forster" userId="S::mgforste@syr.edu::271e54c3-9e63-4aa2-b17e-2a9913e3d2b8" providerId="AD" clId="Web-{1883ED16-49D3-7702-29DA-83CC77349018}" dt="2025-12-13T14:00:24.744" v="1922"/>
          <ac:spMkLst>
            <pc:docMk/>
            <pc:sldMk cId="0" sldId="260"/>
            <ac:spMk id="45" creationId="{031CA411-B5BB-803E-853F-BFA9D5EA786C}"/>
          </ac:spMkLst>
        </pc:spChg>
        <pc:spChg chg="add del mod">
          <ac:chgData name="Madelyn Grace Forster" userId="S::mgforste@syr.edu::271e54c3-9e63-4aa2-b17e-2a9913e3d2b8" providerId="AD" clId="Web-{1883ED16-49D3-7702-29DA-83CC77349018}" dt="2025-12-13T13:57:20.925" v="1854"/>
          <ac:spMkLst>
            <pc:docMk/>
            <pc:sldMk cId="0" sldId="260"/>
            <ac:spMk id="46" creationId="{0C480092-DE5D-867C-FB63-F6DBD7B4472F}"/>
          </ac:spMkLst>
        </pc:spChg>
        <pc:spChg chg="add del mod">
          <ac:chgData name="Madelyn Grace Forster" userId="S::mgforste@syr.edu::271e54c3-9e63-4aa2-b17e-2a9913e3d2b8" providerId="AD" clId="Web-{1883ED16-49D3-7702-29DA-83CC77349018}" dt="2025-12-13T14:00:03.228" v="1915"/>
          <ac:spMkLst>
            <pc:docMk/>
            <pc:sldMk cId="0" sldId="260"/>
            <ac:spMk id="47" creationId="{A2E81910-31A2-474A-119E-BB31E707CFD8}"/>
          </ac:spMkLst>
        </pc:spChg>
        <pc:spChg chg="add del">
          <ac:chgData name="Madelyn Grace Forster" userId="S::mgforste@syr.edu::271e54c3-9e63-4aa2-b17e-2a9913e3d2b8" providerId="AD" clId="Web-{1883ED16-49D3-7702-29DA-83CC77349018}" dt="2025-12-13T13:57:40.815" v="1863"/>
          <ac:spMkLst>
            <pc:docMk/>
            <pc:sldMk cId="0" sldId="260"/>
            <ac:spMk id="48" creationId="{6F97A6F9-215F-590E-1F13-A05CC2A33347}"/>
          </ac:spMkLst>
        </pc:spChg>
        <pc:spChg chg="add del mod">
          <ac:chgData name="Madelyn Grace Forster" userId="S::mgforste@syr.edu::271e54c3-9e63-4aa2-b17e-2a9913e3d2b8" providerId="AD" clId="Web-{1883ED16-49D3-7702-29DA-83CC77349018}" dt="2025-12-13T14:00:03.166" v="1914"/>
          <ac:spMkLst>
            <pc:docMk/>
            <pc:sldMk cId="0" sldId="260"/>
            <ac:spMk id="49" creationId="{F36E14CE-3F89-B76A-90A4-8EDEF4151FC0}"/>
          </ac:spMkLst>
        </pc:spChg>
        <pc:spChg chg="add del mod">
          <ac:chgData name="Madelyn Grace Forster" userId="S::mgforste@syr.edu::271e54c3-9e63-4aa2-b17e-2a9913e3d2b8" providerId="AD" clId="Web-{1883ED16-49D3-7702-29DA-83CC77349018}" dt="2025-12-13T13:59:53.993" v="1911"/>
          <ac:spMkLst>
            <pc:docMk/>
            <pc:sldMk cId="0" sldId="260"/>
            <ac:spMk id="50" creationId="{3496817E-AED6-7CEA-04F1-5138B0D944E9}"/>
          </ac:spMkLst>
        </pc:spChg>
        <pc:spChg chg="add del mod">
          <ac:chgData name="Madelyn Grace Forster" userId="S::mgforste@syr.edu::271e54c3-9e63-4aa2-b17e-2a9913e3d2b8" providerId="AD" clId="Web-{1883ED16-49D3-7702-29DA-83CC77349018}" dt="2025-12-13T13:59:48.180" v="1906"/>
          <ac:spMkLst>
            <pc:docMk/>
            <pc:sldMk cId="0" sldId="260"/>
            <ac:spMk id="51" creationId="{D30430E4-EAFF-5C48-8F89-7320AB0CD214}"/>
          </ac:spMkLst>
        </pc:spChg>
        <pc:spChg chg="add del mod">
          <ac:chgData name="Madelyn Grace Forster" userId="S::mgforste@syr.edu::271e54c3-9e63-4aa2-b17e-2a9913e3d2b8" providerId="AD" clId="Web-{1883ED16-49D3-7702-29DA-83CC77349018}" dt="2025-12-13T13:59:55.962" v="1912"/>
          <ac:spMkLst>
            <pc:docMk/>
            <pc:sldMk cId="0" sldId="260"/>
            <ac:spMk id="52" creationId="{F0B47024-C9CA-6A85-51EB-EE5EC2E95D61}"/>
          </ac:spMkLst>
        </pc:spChg>
        <pc:spChg chg="add del">
          <ac:chgData name="Madelyn Grace Forster" userId="S::mgforste@syr.edu::271e54c3-9e63-4aa2-b17e-2a9913e3d2b8" providerId="AD" clId="Web-{1883ED16-49D3-7702-29DA-83CC77349018}" dt="2025-12-13T14:13:16.415" v="4247"/>
          <ac:spMkLst>
            <pc:docMk/>
            <pc:sldMk cId="0" sldId="260"/>
            <ac:spMk id="55" creationId="{1006225F-87C4-CEAB-3034-9E1189ECCD1D}"/>
          </ac:spMkLst>
        </pc:spChg>
        <pc:spChg chg="add mod">
          <ac:chgData name="Madelyn Grace Forster" userId="S::mgforste@syr.edu::271e54c3-9e63-4aa2-b17e-2a9913e3d2b8" providerId="AD" clId="Web-{1883ED16-49D3-7702-29DA-83CC77349018}" dt="2025-12-13T14:15:39.775" v="4271" actId="20577"/>
          <ac:spMkLst>
            <pc:docMk/>
            <pc:sldMk cId="0" sldId="260"/>
            <ac:spMk id="57" creationId="{08F68E0B-26AA-8ECA-E07E-84E0F7650251}"/>
          </ac:spMkLst>
        </pc:spChg>
        <pc:picChg chg="del mod">
          <ac:chgData name="Madelyn Grace Forster" userId="S::mgforste@syr.edu::271e54c3-9e63-4aa2-b17e-2a9913e3d2b8" providerId="AD" clId="Web-{1883ED16-49D3-7702-29DA-83CC77349018}" dt="2025-12-13T13:59:44.743" v="1903"/>
          <ac:picMkLst>
            <pc:docMk/>
            <pc:sldMk cId="0" sldId="260"/>
            <ac:picMk id="14" creationId="{8E8BB96C-9369-BF97-A3E5-D7C4AFAAADDB}"/>
          </ac:picMkLst>
        </pc:picChg>
        <pc:picChg chg="add mod">
          <ac:chgData name="Madelyn Grace Forster" userId="S::mgforste@syr.edu::271e54c3-9e63-4aa2-b17e-2a9913e3d2b8" providerId="AD" clId="Web-{1883ED16-49D3-7702-29DA-83CC77349018}" dt="2025-12-13T14:00:50.213" v="1933" actId="1076"/>
          <ac:picMkLst>
            <pc:docMk/>
            <pc:sldMk cId="0" sldId="260"/>
            <ac:picMk id="53" creationId="{1DC9E1F0-5820-5FC9-2FE0-34DC33687FFC}"/>
          </ac:picMkLst>
        </pc:picChg>
        <pc:picChg chg="add del mod">
          <ac:chgData name="Madelyn Grace Forster" userId="S::mgforste@syr.edu::271e54c3-9e63-4aa2-b17e-2a9913e3d2b8" providerId="AD" clId="Web-{1883ED16-49D3-7702-29DA-83CC77349018}" dt="2025-12-13T14:13:15.977" v="4245"/>
          <ac:picMkLst>
            <pc:docMk/>
            <pc:sldMk cId="0" sldId="260"/>
            <ac:picMk id="54" creationId="{C05FB520-342E-ADDA-1BCD-E96EF5C3E954}"/>
          </ac:picMkLst>
        </pc:picChg>
      </pc:sldChg>
      <pc:sldChg chg="modSp del">
        <pc:chgData name="Madelyn Grace Forster" userId="S::mgforste@syr.edu::271e54c3-9e63-4aa2-b17e-2a9913e3d2b8" providerId="AD" clId="Web-{1883ED16-49D3-7702-29DA-83CC77349018}" dt="2025-12-13T13:49:47.381" v="1611"/>
        <pc:sldMkLst>
          <pc:docMk/>
          <pc:sldMk cId="3259180745" sldId="261"/>
        </pc:sldMkLst>
        <pc:spChg chg="mod">
          <ac:chgData name="Madelyn Grace Forster" userId="S::mgforste@syr.edu::271e54c3-9e63-4aa2-b17e-2a9913e3d2b8" providerId="AD" clId="Web-{1883ED16-49D3-7702-29DA-83CC77349018}" dt="2025-12-13T13:49:12.191" v="1608" actId="20577"/>
          <ac:spMkLst>
            <pc:docMk/>
            <pc:sldMk cId="3259180745" sldId="261"/>
            <ac:spMk id="11" creationId="{72BBEADC-60AD-529B-9E17-9270BC1EC748}"/>
          </ac:spMkLst>
        </pc:spChg>
      </pc:sldChg>
      <pc:sldChg chg="modSp modNotes">
        <pc:chgData name="Madelyn Grace Forster" userId="S::mgforste@syr.edu::271e54c3-9e63-4aa2-b17e-2a9913e3d2b8" providerId="AD" clId="Web-{1883ED16-49D3-7702-29DA-83CC77349018}" dt="2025-12-13T14:23:05.468" v="4634" actId="1076"/>
        <pc:sldMkLst>
          <pc:docMk/>
          <pc:sldMk cId="1511857881" sldId="262"/>
        </pc:sldMkLst>
        <pc:picChg chg="mod">
          <ac:chgData name="Madelyn Grace Forster" userId="S::mgforste@syr.edu::271e54c3-9e63-4aa2-b17e-2a9913e3d2b8" providerId="AD" clId="Web-{1883ED16-49D3-7702-29DA-83CC77349018}" dt="2025-12-13T14:23:05.468" v="4634" actId="1076"/>
          <ac:picMkLst>
            <pc:docMk/>
            <pc:sldMk cId="1511857881" sldId="262"/>
            <ac:picMk id="18" creationId="{05692AE5-35E8-6D4C-8A26-56123C84E5EE}"/>
          </ac:picMkLst>
        </pc:picChg>
      </pc:sldChg>
      <pc:sldChg chg="addSp delSp modSp modNotes">
        <pc:chgData name="Madelyn Grace Forster" userId="S::mgforste@syr.edu::271e54c3-9e63-4aa2-b17e-2a9913e3d2b8" providerId="AD" clId="Web-{1883ED16-49D3-7702-29DA-83CC77349018}" dt="2025-12-13T14:28:00.683" v="4637"/>
        <pc:sldMkLst>
          <pc:docMk/>
          <pc:sldMk cId="959053591" sldId="263"/>
        </pc:sldMkLst>
        <pc:spChg chg="mod">
          <ac:chgData name="Madelyn Grace Forster" userId="S::mgforste@syr.edu::271e54c3-9e63-4aa2-b17e-2a9913e3d2b8" providerId="AD" clId="Web-{1883ED16-49D3-7702-29DA-83CC77349018}" dt="2025-12-13T13:39:20.028" v="1223" actId="14100"/>
          <ac:spMkLst>
            <pc:docMk/>
            <pc:sldMk cId="959053591" sldId="263"/>
            <ac:spMk id="9" creationId="{33BAA9C9-D803-F57F-47C7-DFDFD8A05744}"/>
          </ac:spMkLst>
        </pc:spChg>
        <pc:spChg chg="add mod">
          <ac:chgData name="Madelyn Grace Forster" userId="S::mgforste@syr.edu::271e54c3-9e63-4aa2-b17e-2a9913e3d2b8" providerId="AD" clId="Web-{1883ED16-49D3-7702-29DA-83CC77349018}" dt="2025-12-13T13:47:11.933" v="1549" actId="1076"/>
          <ac:spMkLst>
            <pc:docMk/>
            <pc:sldMk cId="959053591" sldId="263"/>
            <ac:spMk id="19" creationId="{7590CEB3-676B-7D36-8C7A-7F61336D44F6}"/>
          </ac:spMkLst>
        </pc:spChg>
        <pc:spChg chg="add mod">
          <ac:chgData name="Madelyn Grace Forster" userId="S::mgforste@syr.edu::271e54c3-9e63-4aa2-b17e-2a9913e3d2b8" providerId="AD" clId="Web-{1883ED16-49D3-7702-29DA-83CC77349018}" dt="2025-12-13T13:47:15.793" v="1550" actId="1076"/>
          <ac:spMkLst>
            <pc:docMk/>
            <pc:sldMk cId="959053591" sldId="263"/>
            <ac:spMk id="20" creationId="{0123EA9A-48EC-84C4-C8F8-A91D26BFDA66}"/>
          </ac:spMkLst>
        </pc:spChg>
        <pc:graphicFrameChg chg="add del mod modGraphic">
          <ac:chgData name="Madelyn Grace Forster" userId="S::mgforste@syr.edu::271e54c3-9e63-4aa2-b17e-2a9913e3d2b8" providerId="AD" clId="Web-{1883ED16-49D3-7702-29DA-83CC77349018}" dt="2025-12-13T13:25:12.727" v="323"/>
          <ac:graphicFrameMkLst>
            <pc:docMk/>
            <pc:sldMk cId="959053591" sldId="263"/>
            <ac:graphicFrameMk id="11" creationId="{7A7258AE-AF75-336F-EC16-D40B75C0BA76}"/>
          </ac:graphicFrameMkLst>
        </pc:graphicFrameChg>
        <pc:graphicFrameChg chg="add mod modGraphic">
          <ac:chgData name="Madelyn Grace Forster" userId="S::mgforste@syr.edu::271e54c3-9e63-4aa2-b17e-2a9913e3d2b8" providerId="AD" clId="Web-{1883ED16-49D3-7702-29DA-83CC77349018}" dt="2025-12-13T14:06:45.564" v="2873"/>
          <ac:graphicFrameMkLst>
            <pc:docMk/>
            <pc:sldMk cId="959053591" sldId="263"/>
            <ac:graphicFrameMk id="13" creationId="{E261D745-28BC-00E2-1E0F-643D7F161765}"/>
          </ac:graphicFrameMkLst>
        </pc:graphicFrameChg>
        <pc:graphicFrameChg chg="add mod modGraphic">
          <ac:chgData name="Madelyn Grace Forster" userId="S::mgforste@syr.edu::271e54c3-9e63-4aa2-b17e-2a9913e3d2b8" providerId="AD" clId="Web-{1883ED16-49D3-7702-29DA-83CC77349018}" dt="2025-12-13T13:46:56.776" v="1548" actId="1076"/>
          <ac:graphicFrameMkLst>
            <pc:docMk/>
            <pc:sldMk cId="959053591" sldId="263"/>
            <ac:graphicFrameMk id="15" creationId="{4EE42BED-11AE-015D-A9F9-6E8C75AF02CC}"/>
          </ac:graphicFrameMkLst>
        </pc:graphicFrameChg>
        <pc:graphicFrameChg chg="add del mod">
          <ac:chgData name="Madelyn Grace Forster" userId="S::mgforste@syr.edu::271e54c3-9e63-4aa2-b17e-2a9913e3d2b8" providerId="AD" clId="Web-{1883ED16-49D3-7702-29DA-83CC77349018}" dt="2025-12-13T13:33:10.375" v="867"/>
          <ac:graphicFrameMkLst>
            <pc:docMk/>
            <pc:sldMk cId="959053591" sldId="263"/>
            <ac:graphicFrameMk id="18" creationId="{A4206E4D-3A5C-886A-D12A-90AC1D4A0E0C}"/>
          </ac:graphicFrameMkLst>
        </pc:graphicFrameChg>
        <pc:picChg chg="add del mod">
          <ac:chgData name="Madelyn Grace Forster" userId="S::mgforste@syr.edu::271e54c3-9e63-4aa2-b17e-2a9913e3d2b8" providerId="AD" clId="Web-{1883ED16-49D3-7702-29DA-83CC77349018}" dt="2025-12-13T13:31:25.869" v="765"/>
          <ac:picMkLst>
            <pc:docMk/>
            <pc:sldMk cId="959053591" sldId="263"/>
            <ac:picMk id="8" creationId="{6C1EF19E-AA37-9917-0B07-441060E470C1}"/>
          </ac:picMkLst>
        </pc:picChg>
        <pc:picChg chg="add del mod">
          <ac:chgData name="Madelyn Grace Forster" userId="S::mgforste@syr.edu::271e54c3-9e63-4aa2-b17e-2a9913e3d2b8" providerId="AD" clId="Web-{1883ED16-49D3-7702-29DA-83CC77349018}" dt="2025-12-13T13:38:07.370" v="1186"/>
          <ac:picMkLst>
            <pc:docMk/>
            <pc:sldMk cId="959053591" sldId="263"/>
            <ac:picMk id="14" creationId="{2B5E7053-B915-1FD5-07D8-E6F004E0B18B}"/>
          </ac:picMkLst>
        </pc:picChg>
      </pc:sldChg>
      <pc:sldChg chg="modNotes">
        <pc:chgData name="Madelyn Grace Forster" userId="S::mgforste@syr.edu::271e54c3-9e63-4aa2-b17e-2a9913e3d2b8" providerId="AD" clId="Web-{1883ED16-49D3-7702-29DA-83CC77349018}" dt="2025-12-13T14:05:13.096" v="2754"/>
        <pc:sldMkLst>
          <pc:docMk/>
          <pc:sldMk cId="2147803647" sldId="264"/>
        </pc:sldMkLst>
      </pc:sldChg>
      <pc:sldChg chg="modSp">
        <pc:chgData name="Madelyn Grace Forster" userId="S::mgforste@syr.edu::271e54c3-9e63-4aa2-b17e-2a9913e3d2b8" providerId="AD" clId="Web-{1883ED16-49D3-7702-29DA-83CC77349018}" dt="2025-12-13T13:05:55.898" v="304" actId="1076"/>
        <pc:sldMkLst>
          <pc:docMk/>
          <pc:sldMk cId="918368812" sldId="270"/>
        </pc:sldMkLst>
        <pc:graphicFrameChg chg="mod modGraphic">
          <ac:chgData name="Madelyn Grace Forster" userId="S::mgforste@syr.edu::271e54c3-9e63-4aa2-b17e-2a9913e3d2b8" providerId="AD" clId="Web-{1883ED16-49D3-7702-29DA-83CC77349018}" dt="2025-12-13T13:05:48.585" v="303" actId="1076"/>
          <ac:graphicFrameMkLst>
            <pc:docMk/>
            <pc:sldMk cId="918368812" sldId="270"/>
            <ac:graphicFrameMk id="17" creationId="{A8224F6C-EB10-6B21-94FC-F0D03F843D52}"/>
          </ac:graphicFrameMkLst>
        </pc:graphicFrameChg>
        <pc:graphicFrameChg chg="mod modGraphic">
          <ac:chgData name="Madelyn Grace Forster" userId="S::mgforste@syr.edu::271e54c3-9e63-4aa2-b17e-2a9913e3d2b8" providerId="AD" clId="Web-{1883ED16-49D3-7702-29DA-83CC77349018}" dt="2025-12-13T13:05:55.898" v="304" actId="1076"/>
          <ac:graphicFrameMkLst>
            <pc:docMk/>
            <pc:sldMk cId="918368812" sldId="270"/>
            <ac:graphicFrameMk id="19" creationId="{D596BDCE-E7E7-50E9-CEAE-F64FBC2E20B0}"/>
          </ac:graphicFrameMkLst>
        </pc:graphicFrameChg>
      </pc:sldChg>
      <pc:sldChg chg="modSp">
        <pc:chgData name="Madelyn Grace Forster" userId="S::mgforste@syr.edu::271e54c3-9e63-4aa2-b17e-2a9913e3d2b8" providerId="AD" clId="Web-{1883ED16-49D3-7702-29DA-83CC77349018}" dt="2025-12-13T14:22:45.734" v="4633" actId="1076"/>
        <pc:sldMkLst>
          <pc:docMk/>
          <pc:sldMk cId="1963462086" sldId="279"/>
        </pc:sldMkLst>
        <pc:spChg chg="mod">
          <ac:chgData name="Madelyn Grace Forster" userId="S::mgforste@syr.edu::271e54c3-9e63-4aa2-b17e-2a9913e3d2b8" providerId="AD" clId="Web-{1883ED16-49D3-7702-29DA-83CC77349018}" dt="2025-12-13T14:16:13.245" v="4274" actId="20577"/>
          <ac:spMkLst>
            <pc:docMk/>
            <pc:sldMk cId="1963462086" sldId="279"/>
            <ac:spMk id="11" creationId="{1C92A4CF-5DBE-5512-E6B8-B9DDF8C3F613}"/>
          </ac:spMkLst>
        </pc:spChg>
        <pc:spChg chg="mod">
          <ac:chgData name="Madelyn Grace Forster" userId="S::mgforste@syr.edu::271e54c3-9e63-4aa2-b17e-2a9913e3d2b8" providerId="AD" clId="Web-{1883ED16-49D3-7702-29DA-83CC77349018}" dt="2025-12-13T14:22:45.734" v="4633" actId="1076"/>
          <ac:spMkLst>
            <pc:docMk/>
            <pc:sldMk cId="1963462086" sldId="279"/>
            <ac:spMk id="32" creationId="{2C0E081F-4F51-728C-6C17-80855EF62281}"/>
          </ac:spMkLst>
        </pc:spChg>
      </pc:sldChg>
    </pc:docChg>
  </pc:docChgLst>
  <pc:docChgLst>
    <pc:chgData name="Madelyn Grace Forster" userId="S::mgforste@syr.edu::271e54c3-9e63-4aa2-b17e-2a9913e3d2b8" providerId="AD" clId="Web-{C6F8EF01-DC02-4D3C-07AB-B04A3200C653}"/>
    <pc:docChg chg="addSld delSld modSld">
      <pc:chgData name="Madelyn Grace Forster" userId="S::mgforste@syr.edu::271e54c3-9e63-4aa2-b17e-2a9913e3d2b8" providerId="AD" clId="Web-{C6F8EF01-DC02-4D3C-07AB-B04A3200C653}" dt="2025-12-12T21:26:27.408" v="1065"/>
      <pc:docMkLst>
        <pc:docMk/>
      </pc:docMkLst>
      <pc:sldChg chg="addSp delSp modSp">
        <pc:chgData name="Madelyn Grace Forster" userId="S::mgforste@syr.edu::271e54c3-9e63-4aa2-b17e-2a9913e3d2b8" providerId="AD" clId="Web-{C6F8EF01-DC02-4D3C-07AB-B04A3200C653}" dt="2025-12-12T18:11:59.432" v="406" actId="14100"/>
        <pc:sldMkLst>
          <pc:docMk/>
          <pc:sldMk cId="0" sldId="260"/>
        </pc:sldMkLst>
        <pc:spChg chg="mod">
          <ac:chgData name="Madelyn Grace Forster" userId="S::mgforste@syr.edu::271e54c3-9e63-4aa2-b17e-2a9913e3d2b8" providerId="AD" clId="Web-{C6F8EF01-DC02-4D3C-07AB-B04A3200C653}" dt="2025-12-12T18:05:52.421" v="256" actId="1076"/>
          <ac:spMkLst>
            <pc:docMk/>
            <pc:sldMk cId="0" sldId="260"/>
            <ac:spMk id="2" creationId="{00000000-0000-0000-0000-000000000000}"/>
          </ac:spMkLst>
        </pc:spChg>
        <pc:spChg chg="add del mod">
          <ac:chgData name="Madelyn Grace Forster" userId="S::mgforste@syr.edu::271e54c3-9e63-4aa2-b17e-2a9913e3d2b8" providerId="AD" clId="Web-{C6F8EF01-DC02-4D3C-07AB-B04A3200C653}" dt="2025-12-12T18:05:31.780" v="252"/>
          <ac:spMkLst>
            <pc:docMk/>
            <pc:sldMk cId="0" sldId="260"/>
            <ac:spMk id="12" creationId="{C9CBAB7C-1885-B387-C2B1-252C0F081B4A}"/>
          </ac:spMkLst>
        </pc:spChg>
        <pc:spChg chg="add del">
          <ac:chgData name="Madelyn Grace Forster" userId="S::mgforste@syr.edu::271e54c3-9e63-4aa2-b17e-2a9913e3d2b8" providerId="AD" clId="Web-{C6F8EF01-DC02-4D3C-07AB-B04A3200C653}" dt="2025-12-12T18:06:09.343" v="259"/>
          <ac:spMkLst>
            <pc:docMk/>
            <pc:sldMk cId="0" sldId="260"/>
            <ac:spMk id="13" creationId="{0651EB98-CC5B-3570-50B0-2AE41EF7C396}"/>
          </ac:spMkLst>
        </pc:spChg>
      </pc:sldChg>
      <pc:sldChg chg="addSp delSp modSp">
        <pc:chgData name="Madelyn Grace Forster" userId="S::mgforste@syr.edu::271e54c3-9e63-4aa2-b17e-2a9913e3d2b8" providerId="AD" clId="Web-{C6F8EF01-DC02-4D3C-07AB-B04A3200C653}" dt="2025-12-12T21:26:27.408" v="1065"/>
        <pc:sldMkLst>
          <pc:docMk/>
          <pc:sldMk cId="959053591" sldId="263"/>
        </pc:sldMkLst>
        <pc:inkChg chg="add">
          <ac:chgData name="Madelyn Grace Forster" userId="S::mgforste@syr.edu::271e54c3-9e63-4aa2-b17e-2a9913e3d2b8" providerId="AD" clId="Web-{C6F8EF01-DC02-4D3C-07AB-B04A3200C653}" dt="2025-12-12T17:52:26.397" v="214"/>
          <ac:inkMkLst>
            <pc:docMk/>
            <pc:sldMk cId="959053591" sldId="263"/>
            <ac:inkMk id="16" creationId="{986260C8-706B-07FB-CF61-7480C30766E3}"/>
          </ac:inkMkLst>
        </pc:inkChg>
      </pc:sldChg>
      <pc:sldChg chg="addSp delSp modSp add replId">
        <pc:chgData name="Madelyn Grace Forster" userId="S::mgforste@syr.edu::271e54c3-9e63-4aa2-b17e-2a9913e3d2b8" providerId="AD" clId="Web-{C6F8EF01-DC02-4D3C-07AB-B04A3200C653}" dt="2025-12-12T21:26:18.110" v="1061" actId="1076"/>
        <pc:sldMkLst>
          <pc:docMk/>
          <pc:sldMk cId="2147803647" sldId="264"/>
        </pc:sldMkLst>
        <pc:spChg chg="mod">
          <ac:chgData name="Madelyn Grace Forster" userId="S::mgforste@syr.edu::271e54c3-9e63-4aa2-b17e-2a9913e3d2b8" providerId="AD" clId="Web-{C6F8EF01-DC02-4D3C-07AB-B04A3200C653}" dt="2025-12-12T21:24:56.090" v="1043" actId="20577"/>
          <ac:spMkLst>
            <pc:docMk/>
            <pc:sldMk cId="2147803647" sldId="264"/>
            <ac:spMk id="9" creationId="{0FCFA432-26FC-DD19-0DEE-96571B28411C}"/>
          </ac:spMkLst>
        </pc:spChg>
        <pc:spChg chg="add mod">
          <ac:chgData name="Madelyn Grace Forster" userId="S::mgforste@syr.edu::271e54c3-9e63-4aa2-b17e-2a9913e3d2b8" providerId="AD" clId="Web-{C6F8EF01-DC02-4D3C-07AB-B04A3200C653}" dt="2025-12-12T21:26:18.110" v="1061" actId="1076"/>
          <ac:spMkLst>
            <pc:docMk/>
            <pc:sldMk cId="2147803647" sldId="264"/>
            <ac:spMk id="23" creationId="{880BEC1C-D612-2B1E-7D5C-2D0F18B5D023}"/>
          </ac:spMkLst>
        </pc:spChg>
        <pc:picChg chg="add mod">
          <ac:chgData name="Madelyn Grace Forster" userId="S::mgforste@syr.edu::271e54c3-9e63-4aa2-b17e-2a9913e3d2b8" providerId="AD" clId="Web-{C6F8EF01-DC02-4D3C-07AB-B04A3200C653}" dt="2025-12-12T21:25:52.250" v="1056" actId="1076"/>
          <ac:picMkLst>
            <pc:docMk/>
            <pc:sldMk cId="2147803647" sldId="264"/>
            <ac:picMk id="12" creationId="{1DA48CDE-06E5-711E-56F5-522FFFEC1358}"/>
          </ac:picMkLst>
        </pc:picChg>
        <pc:inkChg chg="add mod">
          <ac:chgData name="Madelyn Grace Forster" userId="S::mgforste@syr.edu::271e54c3-9e63-4aa2-b17e-2a9913e3d2b8" providerId="AD" clId="Web-{C6F8EF01-DC02-4D3C-07AB-B04A3200C653}" dt="2025-12-12T21:26:10.547" v="1059" actId="1076"/>
          <ac:inkMkLst>
            <pc:docMk/>
            <pc:sldMk cId="2147803647" sldId="264"/>
            <ac:inkMk id="14" creationId="{93867F78-7A2D-6CFC-CF97-4042139D0651}"/>
          </ac:inkMkLst>
        </pc:inkChg>
        <pc:inkChg chg="add mod">
          <ac:chgData name="Madelyn Grace Forster" userId="S::mgforste@syr.edu::271e54c3-9e63-4aa2-b17e-2a9913e3d2b8" providerId="AD" clId="Web-{C6F8EF01-DC02-4D3C-07AB-B04A3200C653}" dt="2025-12-12T21:25:13.873" v="1047" actId="1076"/>
          <ac:inkMkLst>
            <pc:docMk/>
            <pc:sldMk cId="2147803647" sldId="264"/>
            <ac:inkMk id="16" creationId="{B649E78C-9117-8CF9-1E75-9D15466614E9}"/>
          </ac:inkMkLst>
        </pc:inkChg>
        <pc:inkChg chg="add mod">
          <ac:chgData name="Madelyn Grace Forster" userId="S::mgforste@syr.edu::271e54c3-9e63-4aa2-b17e-2a9913e3d2b8" providerId="AD" clId="Web-{C6F8EF01-DC02-4D3C-07AB-B04A3200C653}" dt="2025-12-12T21:26:06.829" v="1058" actId="1076"/>
          <ac:inkMkLst>
            <pc:docMk/>
            <pc:sldMk cId="2147803647" sldId="264"/>
            <ac:inkMk id="21" creationId="{51F95835-AC8E-2186-312E-013C73E11F14}"/>
          </ac:inkMkLst>
        </pc:inkChg>
      </pc:sldChg>
    </pc:docChg>
  </pc:docChgLst>
  <pc:docChgLst>
    <pc:chgData name="Madelyn Grace Forster" userId="S::mgforste@syr.edu::271e54c3-9e63-4aa2-b17e-2a9913e3d2b8" providerId="AD" clId="Web-{3D144425-24BA-B9ED-2169-213B02E6AB3A}"/>
    <pc:docChg chg="addSld delSld modSld">
      <pc:chgData name="Madelyn Grace Forster" userId="S::mgforste@syr.edu::271e54c3-9e63-4aa2-b17e-2a9913e3d2b8" providerId="AD" clId="Web-{3D144425-24BA-B9ED-2169-213B02E6AB3A}" dt="2025-12-07T21:24:14.188" v="159" actId="20577"/>
      <pc:docMkLst>
        <pc:docMk/>
      </pc:docMkLst>
      <pc:sldChg chg="modSp">
        <pc:chgData name="Madelyn Grace Forster" userId="S::mgforste@syr.edu::271e54c3-9e63-4aa2-b17e-2a9913e3d2b8" providerId="AD" clId="Web-{3D144425-24BA-B9ED-2169-213B02E6AB3A}" dt="2025-12-07T21:24:14.188" v="159" actId="20577"/>
        <pc:sldMkLst>
          <pc:docMk/>
          <pc:sldMk cId="0" sldId="257"/>
        </pc:sldMkLst>
        <pc:spChg chg="mod">
          <ac:chgData name="Madelyn Grace Forster" userId="S::mgforste@syr.edu::271e54c3-9e63-4aa2-b17e-2a9913e3d2b8" providerId="AD" clId="Web-{3D144425-24BA-B9ED-2169-213B02E6AB3A}" dt="2025-12-07T21:24:14.188" v="159" actId="20577"/>
          <ac:spMkLst>
            <pc:docMk/>
            <pc:sldMk cId="0" sldId="257"/>
            <ac:spMk id="9" creationId="{00000000-0000-0000-0000-000000000000}"/>
          </ac:spMkLst>
        </pc:spChg>
      </pc:sldChg>
      <pc:sldChg chg="addSp delSp modSp">
        <pc:chgData name="Madelyn Grace Forster" userId="S::mgforste@syr.edu::271e54c3-9e63-4aa2-b17e-2a9913e3d2b8" providerId="AD" clId="Web-{3D144425-24BA-B9ED-2169-213B02E6AB3A}" dt="2025-12-07T21:07:19.925" v="81" actId="1076"/>
        <pc:sldMkLst>
          <pc:docMk/>
          <pc:sldMk cId="1511857881" sldId="262"/>
        </pc:sldMkLst>
        <pc:spChg chg="add del">
          <ac:chgData name="Madelyn Grace Forster" userId="S::mgforste@syr.edu::271e54c3-9e63-4aa2-b17e-2a9913e3d2b8" providerId="AD" clId="Web-{3D144425-24BA-B9ED-2169-213B02E6AB3A}" dt="2025-12-07T21:07:00.597" v="72"/>
          <ac:spMkLst>
            <pc:docMk/>
            <pc:sldMk cId="1511857881" sldId="262"/>
            <ac:spMk id="2" creationId="{B8B02160-AFE1-FCED-3882-6EB200F62085}"/>
          </ac:spMkLst>
        </pc:spChg>
        <pc:spChg chg="mod">
          <ac:chgData name="Madelyn Grace Forster" userId="S::mgforste@syr.edu::271e54c3-9e63-4aa2-b17e-2a9913e3d2b8" providerId="AD" clId="Web-{3D144425-24BA-B9ED-2169-213B02E6AB3A}" dt="2025-12-07T21:06:57.144" v="70" actId="1076"/>
          <ac:spMkLst>
            <pc:docMk/>
            <pc:sldMk cId="1511857881" sldId="262"/>
            <ac:spMk id="3" creationId="{973D557D-6444-F5EF-40A8-3A1DDA837E22}"/>
          </ac:spMkLst>
        </pc:spChg>
        <pc:spChg chg="mod">
          <ac:chgData name="Madelyn Grace Forster" userId="S::mgforste@syr.edu::271e54c3-9e63-4aa2-b17e-2a9913e3d2b8" providerId="AD" clId="Web-{3D144425-24BA-B9ED-2169-213B02E6AB3A}" dt="2025-12-07T20:58:48.680" v="16" actId="20577"/>
          <ac:spMkLst>
            <pc:docMk/>
            <pc:sldMk cId="1511857881" sldId="262"/>
            <ac:spMk id="9" creationId="{595F160C-E0C3-0F59-6473-7690F4A1FF69}"/>
          </ac:spMkLst>
        </pc:spChg>
        <pc:picChg chg="add mod">
          <ac:chgData name="Madelyn Grace Forster" userId="S::mgforste@syr.edu::271e54c3-9e63-4aa2-b17e-2a9913e3d2b8" providerId="AD" clId="Web-{3D144425-24BA-B9ED-2169-213B02E6AB3A}" dt="2025-12-07T20:59:28.634" v="20" actId="1076"/>
          <ac:picMkLst>
            <pc:docMk/>
            <pc:sldMk cId="1511857881" sldId="262"/>
            <ac:picMk id="8" creationId="{61AF7396-A0EA-F661-44E9-818FC21816C6}"/>
          </ac:picMkLst>
        </pc:picChg>
        <pc:picChg chg="add mod">
          <ac:chgData name="Madelyn Grace Forster" userId="S::mgforste@syr.edu::271e54c3-9e63-4aa2-b17e-2a9913e3d2b8" providerId="AD" clId="Web-{3D144425-24BA-B9ED-2169-213B02E6AB3A}" dt="2025-12-07T21:07:19.925" v="81" actId="1076"/>
          <ac:picMkLst>
            <pc:docMk/>
            <pc:sldMk cId="1511857881" sldId="262"/>
            <ac:picMk id="18" creationId="{05692AE5-35E8-6D4C-8A26-56123C84E5EE}"/>
          </ac:picMkLst>
        </pc:picChg>
      </pc:sldChg>
      <pc:sldChg chg="modSp add replId">
        <pc:chgData name="Madelyn Grace Forster" userId="S::mgforste@syr.edu::271e54c3-9e63-4aa2-b17e-2a9913e3d2b8" providerId="AD" clId="Web-{3D144425-24BA-B9ED-2169-213B02E6AB3A}" dt="2025-12-07T21:14:29.197" v="150" actId="20577"/>
        <pc:sldMkLst>
          <pc:docMk/>
          <pc:sldMk cId="959053591" sldId="263"/>
        </pc:sldMkLst>
        <pc:spChg chg="mod">
          <ac:chgData name="Madelyn Grace Forster" userId="S::mgforste@syr.edu::271e54c3-9e63-4aa2-b17e-2a9913e3d2b8" providerId="AD" clId="Web-{3D144425-24BA-B9ED-2169-213B02E6AB3A}" dt="2025-12-07T21:14:29.197" v="150" actId="20577"/>
          <ac:spMkLst>
            <pc:docMk/>
            <pc:sldMk cId="959053591" sldId="263"/>
            <ac:spMk id="9" creationId="{33BAA9C9-D803-F57F-47C7-DFDFD8A05744}"/>
          </ac:spMkLst>
        </pc:spChg>
      </pc:sldChg>
    </pc:docChg>
  </pc:docChgLst>
  <pc:docChgLst>
    <pc:chgData name="Madelyn Grace Forster" userId="S::mgforste@syr.edu::271e54c3-9e63-4aa2-b17e-2a9913e3d2b8" providerId="AD" clId="Web-{F867760A-B2F2-2CE5-9767-C752FB420F11}"/>
    <pc:docChg chg="modSld sldOrd">
      <pc:chgData name="Madelyn Grace Forster" userId="S::mgforste@syr.edu::271e54c3-9e63-4aa2-b17e-2a9913e3d2b8" providerId="AD" clId="Web-{F867760A-B2F2-2CE5-9767-C752FB420F11}" dt="2025-12-08T15:17:07.322" v="8" actId="20577"/>
      <pc:docMkLst>
        <pc:docMk/>
      </pc:docMkLst>
      <pc:sldChg chg="delSp modSp ord">
        <pc:chgData name="Madelyn Grace Forster" userId="S::mgforste@syr.edu::271e54c3-9e63-4aa2-b17e-2a9913e3d2b8" providerId="AD" clId="Web-{F867760A-B2F2-2CE5-9767-C752FB420F11}" dt="2025-12-08T15:17:07.322" v="8" actId="20577"/>
        <pc:sldMkLst>
          <pc:docMk/>
          <pc:sldMk cId="0" sldId="258"/>
        </pc:sldMkLst>
        <pc:spChg chg="mod">
          <ac:chgData name="Madelyn Grace Forster" userId="S::mgforste@syr.edu::271e54c3-9e63-4aa2-b17e-2a9913e3d2b8" providerId="AD" clId="Web-{F867760A-B2F2-2CE5-9767-C752FB420F11}" dt="2025-12-08T15:17:07.322" v="8" actId="20577"/>
          <ac:spMkLst>
            <pc:docMk/>
            <pc:sldMk cId="0" sldId="258"/>
            <ac:spMk id="9" creationId="{00000000-0000-0000-0000-000000000000}"/>
          </ac:spMkLst>
        </pc:spChg>
        <pc:spChg chg="mod">
          <ac:chgData name="Madelyn Grace Forster" userId="S::mgforste@syr.edu::271e54c3-9e63-4aa2-b17e-2a9913e3d2b8" providerId="AD" clId="Web-{F867760A-B2F2-2CE5-9767-C752FB420F11}" dt="2025-12-08T15:16:56.665" v="5" actId="1076"/>
          <ac:spMkLst>
            <pc:docMk/>
            <pc:sldMk cId="0" sldId="258"/>
            <ac:spMk id="1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2T21:25:02.435"/>
    </inkml:context>
    <inkml:brush xml:id="br0">
      <inkml:brushProperty name="width" value="0.1" units="cm"/>
      <inkml:brushProperty name="height" value="0.1" units="cm"/>
      <inkml:brushProperty name="color" value="#E71224"/>
    </inkml:brush>
  </inkml:definitions>
  <inkml:trace contextRef="#ctx0" brushRef="#br0">15437 9470 16383 0 0,'-1'0'0'0'0,"-6"0"0"0"0,-10 0 0 0 0,-18-1 0 0 0,-23-3 0 0 0,-22-4 0 0 0,-17-5 0 0 0,-13-5 0 0 0,-8 0 0 0 0,-6 1 0 0 0,-6 2 0 0 0,-8 3 0 0 0,-8 1 0 0 0,-5 4 0 0 0,1 2 0 0 0,3 2 0 0 0,7 2 0 0 0,10 2 0 0 0,8 4 0 0 0,8 10 0 0 0,8 13 0 0 0,8 12 0 0 0,5 15 0 0 0,6 16 0 0 0,9 12 0 0 0,9 9 0 0 0,10 5 0 0 0,12 3 0 0 0,11-1 0 0 0,12-3 0 0 0,10-4 0 0 0,6 0 0 0 0,6 1 0 0 0,4 2 0 0 0,7 0 0 0 0,6-1 0 0 0,8-3 0 0 0,7-5 0 0 0,4-5 0 0 0,3-8 0 0 0,3-6 0 0 0,5-4 0 0 0,7-3 0 0 0,9-1 0 0 0,11 0 0 0 0,11 2 0 0 0,12-2 0 0 0,13-1 0 0 0,12-5 0 0 0,10-6 0 0 0,9-6 0 0 0,3-5 0 0 0,-1-3 0 0 0,-1-3 0 0 0,-3-5 0 0 0,-1-5 0 0 0,2-4 0 0 0,3-2 0 0 0,1-2 0 0 0,-5-1 0 0 0,-9-2 0 0 0,-11-1 0 0 0,-14-2 0 0 0,-12-2 0 0 0,-10-2 0 0 0,-8 0 0 0 0,-4-2 0 0 0,-1 0 0 0 0,1-3 0 0 0,4-5 0 0 0,2-9 0 0 0,1-6 0 0 0,-1-7 0 0 0,-2-8 0 0 0,-5-9 0 0 0,-6-5 0 0 0,-8-6 0 0 0,-6-5 0 0 0,-6-5 0 0 0,-6-6 0 0 0,-4-2 0 0 0,-3-2 0 0 0,-4 1 0 0 0,-3 5 0 0 0,-5 5 0 0 0,-5 2 0 0 0,-5 0 0 0 0,-3 1 0 0 0,-3 1 0 0 0,-1 2 0 0 0,0 3 0 0 0,-1 3 0 0 0,-2 3 0 0 0,-3 2 0 0 0,-3 1 0 0 0,-5 3 0 0 0,-4 1 0 0 0,-6 2 0 0 0,-4 0 0 0 0,-4-2 0 0 0,-4-1 0 0 0,-4-1 0 0 0,-7-1 0 0 0,-6-1 0 0 0,-5 0 0 0 0,-2 4 0 0 0,0 6 0 0 0,0 6 0 0 0,0 5 0 0 0,-3 1 0 0 0,-3 0 0 0 0,-1-3 0 0 0,2-1 0 0 0,5 0 0 0 0,6 3 0 0 0,8 3 0 0 0,4 2 0 0 0,4 4 0 0 0,1 2 0 0 0,-2 3 0 0 0,-4 0 0 0 0,-5 1 0 0 0,-4-3 0 0 0,-4-3 0 0 0,-1-2 0 0 0,2-2 0 0 0,5 0 0 0 0,10 4 0 0 0,11 4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2T21:25:11.685"/>
    </inkml:context>
    <inkml:brush xml:id="br0">
      <inkml:brushProperty name="width" value="0.1" units="cm"/>
      <inkml:brushProperty name="height" value="0.1" units="cm"/>
      <inkml:brushProperty name="color" value="#E71224"/>
    </inkml:brush>
  </inkml:definitions>
  <inkml:trace contextRef="#ctx0" brushRef="#br0">15559 10786 16383 0 0,'0'-1'0'0'0,"0"-3"0"0"0,0-7 0 0 0,3-10 0 0 0,10-15 0 0 0,11-14 0 0 0,11-10 0 0 0,12-12 0 0 0,14-12 0 0 0,13-13 0 0 0,13-13 0 0 0,10-9 0 0 0,9-8 0 0 0,5-4 0 0 0,3 0 0 0 0,0 0 0 0 0,-4-1 0 0 0,-6 0 0 0 0,-6 0 0 0 0,-2-4 0 0 0,-1-4 0 0 0,2-2 0 0 0,3-2 0 0 0,6-2 0 0 0,5-1 0 0 0,-2 5 0 0 0,-6 12 0 0 0,-16 21 0 0 0,-18 25 0 0 0,-22 27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2T21:25:42.030"/>
    </inkml:context>
    <inkml:brush xml:id="br0">
      <inkml:brushProperty name="width" value="0.1" units="cm"/>
      <inkml:brushProperty name="height" value="0.1" units="cm"/>
      <inkml:brushProperty name="color" value="#E71224"/>
    </inkml:brush>
  </inkml:definitions>
  <inkml:trace contextRef="#ctx0" brushRef="#br0">15509 9094 16383 0 0,'0'0'0'0'0,"0"3"0"0"0,0 7 0 0 0,0 7 0 0 0,0 11 0 0 0,0 9 0 0 0,0 9 0 0 0,0 9 0 0 0,0 6 0 0 0,0 5 0 0 0,0 0 0 0 0,0-2 0 0 0,0 0 0 0 0,0-2 0 0 0,0 0 0 0 0,0-3 0 0 0,0-6 0 0 0,1-8 0 0 0,1-8 0 0 0,1-9 0 0 0,2-10 0 0 0,0-8 0 0 0,1-7 0 0 0,1-5 0 0 0,4-3 0 0 0,9-3 0 0 0,12-3 0 0 0,18-3 0 0 0,14-3 0 0 0,7-3 0 0 0,-3 2 0 0 0,-9 2 0 0 0,-12 4 0 0 0,-11 3 0 0 0,-11 1 0 0 0,-4 0 0 0 0,7-3 0 0 0,12-6 0 0 0,14-7 0 0 0,10-4 0 0 0,1-2 0 0 0,-5 2 0 0 0,-11 5 0 0 0,-11 5 0 0 0,-13 7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2T18:35:53.673"/>
    </inkml:context>
    <inkml:brush xml:id="br0">
      <inkml:brushProperty name="width" value="0.1" units="cm"/>
      <inkml:brushProperty name="height" value="0.1" units="cm"/>
      <inkml:brushProperty name="color" value="#E71224"/>
    </inkml:brush>
  </inkml:definitions>
  <inkml:trace contextRef="#ctx0" brushRef="#br0">21899 8359 16383 0 0,'1'0'0'0'0,"0"0"0"0"0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89D93F-F187-44E3-B0C8-B367B3E4DE52}" type="datetimeFigureOut">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5BD36A-F31A-4CFA-8DE6-126899DAC1AC}" type="slidenum">
              <a:t>‹#›</a:t>
            </a:fld>
            <a:endParaRPr lang="en-US"/>
          </a:p>
        </p:txBody>
      </p:sp>
    </p:spTree>
    <p:extLst>
      <p:ext uri="{BB962C8B-B14F-4D97-AF65-F5344CB8AC3E}">
        <p14:creationId xmlns:p14="http://schemas.microsoft.com/office/powerpoint/2010/main" val="159879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 distribution of attendance – to make it more normal that was over 4 standard deviations away from the mean </a:t>
            </a:r>
          </a:p>
          <a:p>
            <a:r>
              <a:rPr lang="en-US">
                <a:ea typeface="Calibri"/>
                <a:cs typeface="Calibri"/>
              </a:rPr>
              <a:t>-this helped our dependent variable look more normal allowing us for better analysis</a:t>
            </a:r>
          </a:p>
        </p:txBody>
      </p:sp>
      <p:sp>
        <p:nvSpPr>
          <p:cNvPr id="4" name="Slide Number Placeholder 3"/>
          <p:cNvSpPr>
            <a:spLocks noGrp="1"/>
          </p:cNvSpPr>
          <p:nvPr>
            <p:ph type="sldNum" sz="quarter" idx="5"/>
          </p:nvPr>
        </p:nvSpPr>
        <p:spPr/>
        <p:txBody>
          <a:bodyPr/>
          <a:lstStyle/>
          <a:p>
            <a:fld id="{D75BD36A-F31A-4CFA-8DE6-126899DAC1AC}" type="slidenum">
              <a:t>4</a:t>
            </a:fld>
            <a:endParaRPr lang="en-US"/>
          </a:p>
        </p:txBody>
      </p:sp>
    </p:spTree>
    <p:extLst>
      <p:ext uri="{BB962C8B-B14F-4D97-AF65-F5344CB8AC3E}">
        <p14:creationId xmlns:p14="http://schemas.microsoft.com/office/powerpoint/2010/main" val="3202105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2020 and 2021 seasons were affected – as you can see in the graph, there is a massive dip in attendance during the early 2021 season. The 2020 season wasn't even included in the data because no fans were allowed in the ballparks, the season didn't even get to the regular season. The 2021 season started to allow fans in, but that number was capped at a certain amount. Because of this, we thought best to include a COVID-19 dummy that captures this effect. </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D75BD36A-F31A-4CFA-8DE6-126899DAC1AC}" type="slidenum">
              <a:t>5</a:t>
            </a:fld>
            <a:endParaRPr lang="en-US"/>
          </a:p>
        </p:txBody>
      </p:sp>
    </p:spTree>
    <p:extLst>
      <p:ext uri="{BB962C8B-B14F-4D97-AF65-F5344CB8AC3E}">
        <p14:creationId xmlns:p14="http://schemas.microsoft.com/office/powerpoint/2010/main" val="2814912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dataset had 23,323 </a:t>
            </a:r>
            <a:r>
              <a:rPr lang="en-US" err="1">
                <a:ea typeface="Calibri"/>
                <a:cs typeface="Calibri"/>
              </a:rPr>
              <a:t>obersvations</a:t>
            </a:r>
            <a:r>
              <a:rPr lang="en-US">
                <a:ea typeface="Calibri"/>
                <a:cs typeface="Calibri"/>
              </a:rPr>
              <a:t> with 21 variables and of those variables, we chose 12 to be our </a:t>
            </a:r>
            <a:r>
              <a:rPr lang="en-US" err="1">
                <a:ea typeface="Calibri"/>
                <a:cs typeface="Calibri"/>
              </a:rPr>
              <a:t>indendependent</a:t>
            </a:r>
            <a:r>
              <a:rPr lang="en-US">
                <a:ea typeface="Calibri"/>
                <a:cs typeface="Calibri"/>
              </a:rPr>
              <a:t> variables because we thought they would all help us predict attendance. These tables show the categorical variables and </a:t>
            </a:r>
            <a:r>
              <a:rPr lang="en-US" err="1">
                <a:ea typeface="Calibri"/>
                <a:cs typeface="Calibri"/>
              </a:rPr>
              <a:t>quantative</a:t>
            </a:r>
            <a:r>
              <a:rPr lang="en-US">
                <a:ea typeface="Calibri" panose="020F0502020204030204"/>
                <a:cs typeface="Calibri" panose="020F0502020204030204"/>
              </a:rPr>
              <a:t>  variables tables giving a description of both. For the categorical variable, the unique values are shown as well as the most common occurrence. Whereas for the temperature variable, normal summary stats are used. </a:t>
            </a:r>
          </a:p>
          <a:p>
            <a:endParaRPr lang="en-US">
              <a:ea typeface="Calibri" panose="020F0502020204030204"/>
              <a:cs typeface="Calibri" panose="020F0502020204030204"/>
            </a:endParaRPr>
          </a:p>
          <a:p>
            <a:r>
              <a:rPr lang="en-US">
                <a:ea typeface="Calibri" panose="020F0502020204030204"/>
                <a:cs typeface="Calibri" panose="020F0502020204030204"/>
              </a:rPr>
              <a:t>Game type includes regular season and different playoff formats like wild card, league series, </a:t>
            </a:r>
            <a:r>
              <a:rPr lang="en-US" err="1">
                <a:ea typeface="Calibri" panose="020F0502020204030204"/>
                <a:cs typeface="Calibri" panose="020F0502020204030204"/>
              </a:rPr>
              <a:t>etc</a:t>
            </a:r>
          </a:p>
          <a:p>
            <a:r>
              <a:rPr lang="en-US">
                <a:ea typeface="Calibri" panose="020F0502020204030204"/>
                <a:cs typeface="Calibri" panose="020F0502020204030204"/>
              </a:rPr>
              <a:t>Part of season breaks the season into different parts – which helps us capture the games later in the season holding more weight because those games have higher playoff implications</a:t>
            </a:r>
          </a:p>
          <a:p>
            <a:r>
              <a:rPr lang="en-US">
                <a:ea typeface="Calibri" panose="020F0502020204030204"/>
                <a:cs typeface="Calibri" panose="020F0502020204030204"/>
              </a:rPr>
              <a:t>Other weather gives a more in depth look at the climate of the game and adds to the temperature variable. There are values like snowy, partly cloudy, rainy, </a:t>
            </a:r>
            <a:r>
              <a:rPr lang="en-US" err="1">
                <a:ea typeface="Calibri" panose="020F0502020204030204"/>
                <a:cs typeface="Calibri" panose="020F0502020204030204"/>
              </a:rPr>
              <a:t>etc</a:t>
            </a:r>
          </a:p>
          <a:p>
            <a:r>
              <a:rPr lang="en-US">
                <a:ea typeface="Calibri" panose="020F0502020204030204"/>
                <a:cs typeface="Calibri" panose="020F0502020204030204"/>
              </a:rPr>
              <a:t>Division game lets us know if the game is being played amongst teams with the same division</a:t>
            </a:r>
          </a:p>
          <a:p>
            <a:r>
              <a:rPr lang="en-US">
                <a:highlight>
                  <a:srgbClr val="FFFFFF"/>
                </a:highlight>
              </a:rPr>
              <a:t>Because naturally, a game between the Chicago Cubs and St. Louis Cardinals will hold more intensity than a game between the Chicago Cubs and Anaheim Angels. </a:t>
            </a:r>
            <a:endParaRPr lang="en-US"/>
          </a:p>
          <a:p>
            <a:r>
              <a:rPr lang="en-US">
                <a:ea typeface="Calibri" panose="020F0502020204030204"/>
                <a:cs typeface="Calibri" panose="020F0502020204030204"/>
              </a:rPr>
              <a:t>Al or NL game is the same as division variable, instead it's based off league</a:t>
            </a:r>
          </a:p>
          <a:p>
            <a:r>
              <a:rPr lang="en-US">
                <a:ea typeface="Calibri" panose="020F0502020204030204"/>
                <a:cs typeface="Calibri" panose="020F0502020204030204"/>
              </a:rPr>
              <a:t>Covid, like I mentioned earlier, included a dummy for the covid variables</a:t>
            </a: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D75BD36A-F31A-4CFA-8DE6-126899DAC1AC}" type="slidenum">
              <a:t>6</a:t>
            </a:fld>
            <a:endParaRPr lang="en-US"/>
          </a:p>
        </p:txBody>
      </p:sp>
    </p:spTree>
    <p:extLst>
      <p:ext uri="{BB962C8B-B14F-4D97-AF65-F5344CB8AC3E}">
        <p14:creationId xmlns:p14="http://schemas.microsoft.com/office/powerpoint/2010/main" val="2378854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Here is a graph of attendance compared to game time with 7 PM EST being the baseline. </a:t>
            </a:r>
          </a:p>
          <a:p>
            <a:r>
              <a:rPr lang="en-US">
                <a:ea typeface="Calibri"/>
                <a:cs typeface="Calibri"/>
              </a:rPr>
              <a:t>-wanted to include this to get the effect that game time has on attendance because people have work and </a:t>
            </a:r>
            <a:r>
              <a:rPr lang="en-US" err="1">
                <a:ea typeface="Calibri"/>
                <a:cs typeface="Calibri"/>
              </a:rPr>
              <a:t>extracurriclars</a:t>
            </a:r>
            <a:r>
              <a:rPr lang="en-US">
                <a:ea typeface="Calibri"/>
                <a:cs typeface="Calibri"/>
              </a:rPr>
              <a:t>, they might not be as included to go to a game at 12PM or 10PM hence the lower attendance </a:t>
            </a:r>
          </a:p>
        </p:txBody>
      </p:sp>
      <p:sp>
        <p:nvSpPr>
          <p:cNvPr id="4" name="Slide Number Placeholder 3"/>
          <p:cNvSpPr>
            <a:spLocks noGrp="1"/>
          </p:cNvSpPr>
          <p:nvPr>
            <p:ph type="sldNum" sz="quarter" idx="5"/>
          </p:nvPr>
        </p:nvSpPr>
        <p:spPr/>
        <p:txBody>
          <a:bodyPr/>
          <a:lstStyle/>
          <a:p>
            <a:fld id="{D75BD36A-F31A-4CFA-8DE6-126899DAC1AC}" type="slidenum">
              <a:t>7</a:t>
            </a:fld>
            <a:endParaRPr lang="en-US"/>
          </a:p>
        </p:txBody>
      </p:sp>
    </p:spTree>
    <p:extLst>
      <p:ext uri="{BB962C8B-B14F-4D97-AF65-F5344CB8AC3E}">
        <p14:creationId xmlns:p14="http://schemas.microsoft.com/office/powerpoint/2010/main" val="198181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www.tandfonline.com/doi/full/10.1080/24704067.2018.1537675?casa_token=Vtt6hdOjw4kAAAAA%3AOSCIIhhmY1CYUeiJrAiZU9lgGVDnnDW0oRO5djPgGZ6gi4xA8KkEG-nbXfz05y1WE0JrBbpkPcqz7g"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journals.sagepub.com/doi/full/10.1177/1527002514535171?casa_token=5BjNhhYGGfsAAAAA%3AF3R77bduh8SxP1C7poGH4yv7yBoZ1jD_NSsY_tMPUN29YtcgIVTU8nZKAh3gJdlpmAOafkae2qewTQ" TargetMode="External"/><Relationship Id="rId5" Type="http://schemas.openxmlformats.org/officeDocument/2006/relationships/image" Target="../media/image9.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0.png"/><Relationship Id="rId7" Type="http://schemas.openxmlformats.org/officeDocument/2006/relationships/image" Target="../media/image1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1.sv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7.png"/><Relationship Id="rId5" Type="http://schemas.openxmlformats.org/officeDocument/2006/relationships/image" Target="../media/image11.svg"/><Relationship Id="rId15" Type="http://schemas.openxmlformats.org/officeDocument/2006/relationships/image" Target="../media/image19.png"/><Relationship Id="rId10" Type="http://schemas.openxmlformats.org/officeDocument/2006/relationships/customXml" Target="../ink/ink1.xml"/><Relationship Id="rId4" Type="http://schemas.openxmlformats.org/officeDocument/2006/relationships/image" Target="../media/image10.png"/><Relationship Id="rId9" Type="http://schemas.openxmlformats.org/officeDocument/2006/relationships/image" Target="../media/image16.png"/><Relationship Id="rId14" Type="http://schemas.openxmlformats.org/officeDocument/2006/relationships/customXml" Target="../ink/ink3.xml"/></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1.svg"/><Relationship Id="rId10" Type="http://schemas.openxmlformats.org/officeDocument/2006/relationships/image" Target="../media/image20.png"/><Relationship Id="rId4" Type="http://schemas.openxmlformats.org/officeDocument/2006/relationships/image" Target="../media/image10.png"/><Relationship Id="rId9" Type="http://schemas.openxmlformats.org/officeDocument/2006/relationships/customXml" Target="../ink/ink4.xml"/></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2892158" y="4353763"/>
            <a:ext cx="12503684" cy="2568836"/>
          </a:xfrm>
          <a:prstGeom prst="rect">
            <a:avLst/>
          </a:prstGeom>
        </p:spPr>
        <p:txBody>
          <a:bodyPr lIns="0" tIns="0" rIns="0" bIns="0" rtlCol="0" anchor="t">
            <a:spAutoFit/>
          </a:bodyPr>
          <a:lstStyle/>
          <a:p>
            <a:pPr algn="ctr">
              <a:lnSpc>
                <a:spcPts val="18118"/>
              </a:lnSpc>
            </a:pPr>
            <a:r>
              <a:rPr lang="en-US" sz="21829" spc="-1484">
                <a:solidFill>
                  <a:srgbClr val="000000"/>
                </a:solidFill>
                <a:latin typeface="Paalalabas Wide"/>
                <a:ea typeface="Paalalabas Wide"/>
                <a:cs typeface="Paalalabas Wide"/>
                <a:sym typeface="Paalalabas Wide"/>
              </a:rPr>
              <a:t>IN THE MLB</a:t>
            </a:r>
          </a:p>
        </p:txBody>
      </p:sp>
      <p:sp>
        <p:nvSpPr>
          <p:cNvPr id="4" name="Freeform 4"/>
          <p:cNvSpPr/>
          <p:nvPr/>
        </p:nvSpPr>
        <p:spPr>
          <a:xfrm rot="1116067">
            <a:off x="3815969" y="4141295"/>
            <a:ext cx="10655318" cy="7072467"/>
          </a:xfrm>
          <a:custGeom>
            <a:avLst/>
            <a:gdLst/>
            <a:ahLst/>
            <a:cxnLst/>
            <a:rect l="l" t="t" r="r" b="b"/>
            <a:pathLst>
              <a:path w="10655318" h="7072467">
                <a:moveTo>
                  <a:pt x="0" y="0"/>
                </a:moveTo>
                <a:lnTo>
                  <a:pt x="10655318" y="0"/>
                </a:lnTo>
                <a:lnTo>
                  <a:pt x="10655318" y="7072467"/>
                </a:lnTo>
                <a:lnTo>
                  <a:pt x="0" y="7072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1136680" flipH="1">
            <a:off x="3815969" y="4141295"/>
            <a:ext cx="10655318" cy="7072467"/>
          </a:xfrm>
          <a:custGeom>
            <a:avLst/>
            <a:gdLst/>
            <a:ahLst/>
            <a:cxnLst/>
            <a:rect l="l" t="t" r="r" b="b"/>
            <a:pathLst>
              <a:path w="10655318" h="7072467">
                <a:moveTo>
                  <a:pt x="10655318" y="0"/>
                </a:moveTo>
                <a:lnTo>
                  <a:pt x="0" y="0"/>
                </a:lnTo>
                <a:lnTo>
                  <a:pt x="0" y="7072467"/>
                </a:lnTo>
                <a:lnTo>
                  <a:pt x="10655318" y="7072467"/>
                </a:lnTo>
                <a:lnTo>
                  <a:pt x="10655318"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6470642" y="4606820"/>
            <a:ext cx="5345972" cy="5357346"/>
          </a:xfrm>
          <a:custGeom>
            <a:avLst/>
            <a:gdLst/>
            <a:ahLst/>
            <a:cxnLst/>
            <a:rect l="l" t="t" r="r" b="b"/>
            <a:pathLst>
              <a:path w="5345972" h="5357346">
                <a:moveTo>
                  <a:pt x="0" y="0"/>
                </a:moveTo>
                <a:lnTo>
                  <a:pt x="5345971" y="0"/>
                </a:lnTo>
                <a:lnTo>
                  <a:pt x="5345971" y="5357346"/>
                </a:lnTo>
                <a:lnTo>
                  <a:pt x="0" y="5357346"/>
                </a:lnTo>
                <a:lnTo>
                  <a:pt x="0" y="0"/>
                </a:lnTo>
                <a:close/>
              </a:path>
            </a:pathLst>
          </a:custGeom>
          <a:blipFill>
            <a:blip r:embed="rId5">
              <a:alphaModFix amt="46000"/>
            </a:blip>
            <a:stretch>
              <a:fillRect/>
            </a:stretch>
          </a:blipFill>
        </p:spPr>
      </p:sp>
      <p:sp>
        <p:nvSpPr>
          <p:cNvPr id="7" name="Freeform 7"/>
          <p:cNvSpPr/>
          <p:nvPr/>
        </p:nvSpPr>
        <p:spPr>
          <a:xfrm>
            <a:off x="7772347" y="5793050"/>
            <a:ext cx="3409917" cy="2984885"/>
          </a:xfrm>
          <a:custGeom>
            <a:avLst/>
            <a:gdLst/>
            <a:ahLst/>
            <a:cxnLst/>
            <a:rect l="l" t="t" r="r" b="b"/>
            <a:pathLst>
              <a:path w="3409917" h="2984885">
                <a:moveTo>
                  <a:pt x="0" y="0"/>
                </a:moveTo>
                <a:lnTo>
                  <a:pt x="3409916" y="0"/>
                </a:lnTo>
                <a:lnTo>
                  <a:pt x="3409916" y="2984885"/>
                </a:lnTo>
                <a:lnTo>
                  <a:pt x="0" y="2984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5400000">
            <a:off x="-3812619" y="3812619"/>
            <a:ext cx="10287000" cy="2661761"/>
          </a:xfrm>
          <a:custGeom>
            <a:avLst/>
            <a:gdLst/>
            <a:ahLst/>
            <a:cxnLst/>
            <a:rect l="l" t="t" r="r" b="b"/>
            <a:pathLst>
              <a:path w="10287000" h="2661761">
                <a:moveTo>
                  <a:pt x="0" y="0"/>
                </a:moveTo>
                <a:lnTo>
                  <a:pt x="10287000" y="0"/>
                </a:lnTo>
                <a:lnTo>
                  <a:pt x="10287000" y="2661762"/>
                </a:lnTo>
                <a:lnTo>
                  <a:pt x="0" y="266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rot="5400000" flipV="1">
            <a:off x="11812875" y="3812619"/>
            <a:ext cx="10287000" cy="2661761"/>
          </a:xfrm>
          <a:custGeom>
            <a:avLst/>
            <a:gdLst/>
            <a:ahLst/>
            <a:cxnLst/>
            <a:rect l="l" t="t" r="r" b="b"/>
            <a:pathLst>
              <a:path w="10287000" h="2661761">
                <a:moveTo>
                  <a:pt x="0" y="2661762"/>
                </a:moveTo>
                <a:lnTo>
                  <a:pt x="10287000" y="2661762"/>
                </a:lnTo>
                <a:lnTo>
                  <a:pt x="10287000" y="0"/>
                </a:lnTo>
                <a:lnTo>
                  <a:pt x="0" y="0"/>
                </a:lnTo>
                <a:lnTo>
                  <a:pt x="0" y="2661762"/>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7069415" y="715788"/>
            <a:ext cx="4021881" cy="1076631"/>
          </a:xfrm>
          <a:prstGeom prst="rect">
            <a:avLst/>
          </a:prstGeom>
        </p:spPr>
        <p:txBody>
          <a:bodyPr lIns="0" tIns="0" rIns="0" bIns="0" rtlCol="0" anchor="t">
            <a:spAutoFit/>
          </a:bodyPr>
          <a:lstStyle/>
          <a:p>
            <a:pPr algn="ctr">
              <a:lnSpc>
                <a:spcPts val="2756"/>
              </a:lnSpc>
            </a:pPr>
            <a:r>
              <a:rPr lang="en-US" sz="3361" spc="-23">
                <a:solidFill>
                  <a:srgbClr val="000000"/>
                </a:solidFill>
                <a:latin typeface="Paalalabas Wide"/>
                <a:ea typeface="Paalalabas Wide"/>
                <a:cs typeface="Paalalabas Wide"/>
                <a:sym typeface="Paalalabas Wide"/>
              </a:rPr>
              <a:t>JESS FACKLER, MADELYN FORSTER, BREALIN REDECKER​</a:t>
            </a:r>
          </a:p>
        </p:txBody>
      </p:sp>
      <p:sp>
        <p:nvSpPr>
          <p:cNvPr id="11" name="TextBox 11"/>
          <p:cNvSpPr txBox="1"/>
          <p:nvPr/>
        </p:nvSpPr>
        <p:spPr>
          <a:xfrm>
            <a:off x="3874162" y="2729190"/>
            <a:ext cx="10538931" cy="1394115"/>
          </a:xfrm>
          <a:prstGeom prst="rect">
            <a:avLst/>
          </a:prstGeom>
        </p:spPr>
        <p:txBody>
          <a:bodyPr lIns="0" tIns="0" rIns="0" bIns="0" rtlCol="0" anchor="t">
            <a:spAutoFit/>
          </a:bodyPr>
          <a:lstStyle/>
          <a:p>
            <a:pPr algn="ctr">
              <a:lnSpc>
                <a:spcPts val="9819"/>
              </a:lnSpc>
            </a:pPr>
            <a:r>
              <a:rPr lang="en-US" sz="11830" spc="-804">
                <a:solidFill>
                  <a:srgbClr val="000000"/>
                </a:solidFill>
                <a:latin typeface="Paalalabas Wide"/>
                <a:ea typeface="Paalalabas Wide"/>
                <a:cs typeface="Paalalabas Wide"/>
                <a:sym typeface="Paalalabas Wide"/>
              </a:rPr>
              <a:t>FAN ATTENDANCE</a:t>
            </a:r>
          </a:p>
        </p:txBody>
      </p:sp>
      <p:sp>
        <p:nvSpPr>
          <p:cNvPr id="12" name="TextBox 12"/>
          <p:cNvSpPr txBox="1"/>
          <p:nvPr/>
        </p:nvSpPr>
        <p:spPr>
          <a:xfrm>
            <a:off x="7069415" y="9191625"/>
            <a:ext cx="4148426" cy="249463"/>
          </a:xfrm>
          <a:prstGeom prst="rect">
            <a:avLst/>
          </a:prstGeom>
        </p:spPr>
        <p:txBody>
          <a:bodyPr lIns="0" tIns="0" rIns="0" bIns="0" rtlCol="0" anchor="t">
            <a:spAutoFit/>
          </a:bodyPr>
          <a:lstStyle/>
          <a:p>
            <a:pPr algn="ctr">
              <a:lnSpc>
                <a:spcPts val="1811"/>
              </a:lnSpc>
            </a:pPr>
            <a:r>
              <a:rPr lang="en-US" sz="1709" spc="128">
                <a:solidFill>
                  <a:srgbClr val="000000"/>
                </a:solidFill>
                <a:latin typeface="Aristotelica Pro"/>
                <a:ea typeface="Aristotelica Pro"/>
                <a:cs typeface="Aristotelica Pro"/>
                <a:sym typeface="Aristotelica Pro"/>
              </a:rPr>
              <a:t>MAS766 - TEAM 2</a:t>
            </a:r>
          </a:p>
        </p:txBody>
      </p:sp>
      <p:sp>
        <p:nvSpPr>
          <p:cNvPr id="14" name="Slide Number Placeholder 13">
            <a:extLst>
              <a:ext uri="{FF2B5EF4-FFF2-40B4-BE49-F238E27FC236}">
                <a16:creationId xmlns:a16="http://schemas.microsoft.com/office/drawing/2014/main" id="{3CEA1D66-9915-FC9B-876E-28F7340802B4}"/>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Footer Placeholder 12">
            <a:extLst>
              <a:ext uri="{FF2B5EF4-FFF2-40B4-BE49-F238E27FC236}">
                <a16:creationId xmlns:a16="http://schemas.microsoft.com/office/drawing/2014/main" id="{9456A94C-0316-1155-9E8C-0465032E127D}"/>
              </a:ext>
            </a:extLst>
          </p:cNvPr>
          <p:cNvSpPr>
            <a:spLocks noGrp="1"/>
          </p:cNvSpPr>
          <p:nvPr>
            <p:ph type="ftr" sz="quarter" idx="11"/>
          </p:nvPr>
        </p:nvSpPr>
        <p:spPr/>
        <p:txBody>
          <a:bodyPr/>
          <a:lstStyle/>
          <a:p>
            <a:endParaRPr lang="en-US"/>
          </a:p>
        </p:txBody>
      </p:sp>
      <p:sp>
        <p:nvSpPr>
          <p:cNvPr id="16" name="TextBox 7">
            <a:extLst>
              <a:ext uri="{FF2B5EF4-FFF2-40B4-BE49-F238E27FC236}">
                <a16:creationId xmlns:a16="http://schemas.microsoft.com/office/drawing/2014/main" id="{D99A01DB-E3EB-644F-A301-56398CFCD20D}"/>
              </a:ext>
            </a:extLst>
          </p:cNvPr>
          <p:cNvSpPr txBox="1"/>
          <p:nvPr/>
        </p:nvSpPr>
        <p:spPr>
          <a:xfrm>
            <a:off x="0" y="10003690"/>
            <a:ext cx="1293166" cy="283310"/>
          </a:xfrm>
          <a:prstGeom prst="rect">
            <a:avLst/>
          </a:prstGeom>
        </p:spPr>
        <p:txBody>
          <a:bodyPr lIns="0" tIns="0" rIns="0" bIns="0" rtlCol="0" anchor="t">
            <a:spAutoFit/>
          </a:bodyPr>
          <a:lstStyle/>
          <a:p>
            <a:pPr algn="ctr">
              <a:lnSpc>
                <a:spcPts val="1900"/>
              </a:lnSpc>
            </a:pPr>
            <a:r>
              <a:rPr lang="en-US" sz="2317" spc="-16">
                <a:solidFill>
                  <a:srgbClr val="000000"/>
                </a:solidFill>
                <a:latin typeface="Paalalabas Wide"/>
                <a:ea typeface="Paalalabas Wide"/>
                <a:cs typeface="Paalalabas Wide"/>
                <a:sym typeface="Paalalabas Wide"/>
              </a:rPr>
              <a:t>1.</a:t>
            </a:r>
          </a:p>
        </p:txBody>
      </p:sp>
      <p:sp>
        <p:nvSpPr>
          <p:cNvPr id="18" name="TextBox 7">
            <a:extLst>
              <a:ext uri="{FF2B5EF4-FFF2-40B4-BE49-F238E27FC236}">
                <a16:creationId xmlns:a16="http://schemas.microsoft.com/office/drawing/2014/main" id="{B452F53D-A512-D29F-ABF6-14E97609CA74}"/>
              </a:ext>
            </a:extLst>
          </p:cNvPr>
          <p:cNvSpPr txBox="1"/>
          <p:nvPr/>
        </p:nvSpPr>
        <p:spPr>
          <a:xfrm>
            <a:off x="152400" y="10156090"/>
            <a:ext cx="1293166" cy="283310"/>
          </a:xfrm>
          <a:prstGeom prst="rect">
            <a:avLst/>
          </a:prstGeom>
        </p:spPr>
        <p:txBody>
          <a:bodyPr lIns="0" tIns="0" rIns="0" bIns="0" rtlCol="0" anchor="t">
            <a:spAutoFit/>
          </a:bodyPr>
          <a:lstStyle/>
          <a:p>
            <a:pPr algn="ctr">
              <a:lnSpc>
                <a:spcPts val="1900"/>
              </a:lnSpc>
            </a:pPr>
            <a:r>
              <a:rPr lang="en-US" sz="2317" spc="-16">
                <a:solidFill>
                  <a:srgbClr val="000000"/>
                </a:solidFill>
                <a:latin typeface="Paalalabas Wide"/>
                <a:ea typeface="Paalalabas Wide"/>
                <a:cs typeface="Paalalabas Wide"/>
                <a:sym typeface="Paalalabas Wide"/>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4799114" y="3899381"/>
            <a:ext cx="13789769" cy="3568103"/>
          </a:xfrm>
          <a:custGeom>
            <a:avLst/>
            <a:gdLst/>
            <a:ahLst/>
            <a:cxnLst/>
            <a:rect l="l" t="t" r="r" b="b"/>
            <a:pathLst>
              <a:path w="13789769" h="3568103">
                <a:moveTo>
                  <a:pt x="0" y="0"/>
                </a:moveTo>
                <a:lnTo>
                  <a:pt x="13789770" y="0"/>
                </a:lnTo>
                <a:lnTo>
                  <a:pt x="13789770" y="3568103"/>
                </a:lnTo>
                <a:lnTo>
                  <a:pt x="0" y="35681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4844181" y="5875661"/>
            <a:ext cx="5278720" cy="7434817"/>
          </a:xfrm>
          <a:custGeom>
            <a:avLst/>
            <a:gdLst/>
            <a:ahLst/>
            <a:cxnLst/>
            <a:rect l="l" t="t" r="r" b="b"/>
            <a:pathLst>
              <a:path w="5278720" h="7434817">
                <a:moveTo>
                  <a:pt x="0" y="0"/>
                </a:moveTo>
                <a:lnTo>
                  <a:pt x="5278720" y="0"/>
                </a:lnTo>
                <a:lnTo>
                  <a:pt x="5278720" y="7434817"/>
                </a:lnTo>
                <a:lnTo>
                  <a:pt x="0" y="7434817"/>
                </a:lnTo>
                <a:lnTo>
                  <a:pt x="0" y="0"/>
                </a:lnTo>
                <a:close/>
              </a:path>
            </a:pathLst>
          </a:custGeom>
          <a:blipFill>
            <a:blip r:embed="rId5">
              <a:alphaModFix amt="15000"/>
            </a:blip>
            <a:stretch>
              <a:fillRect/>
            </a:stretch>
          </a:blipFill>
        </p:spPr>
      </p:sp>
      <p:sp>
        <p:nvSpPr>
          <p:cNvPr id="5" name="TextBox 5"/>
          <p:cNvSpPr txBox="1"/>
          <p:nvPr/>
        </p:nvSpPr>
        <p:spPr>
          <a:xfrm>
            <a:off x="3726619" y="658551"/>
            <a:ext cx="6527870" cy="753110"/>
          </a:xfrm>
          <a:prstGeom prst="rect">
            <a:avLst/>
          </a:prstGeom>
        </p:spPr>
        <p:txBody>
          <a:bodyPr lIns="0" tIns="0" rIns="0" bIns="0" rtlCol="0" anchor="t">
            <a:spAutoFit/>
          </a:bodyPr>
          <a:lstStyle/>
          <a:p>
            <a:pPr algn="l">
              <a:lnSpc>
                <a:spcPts val="5395"/>
              </a:lnSpc>
            </a:pPr>
            <a:r>
              <a:rPr lang="en-US" sz="6500" spc="-188">
                <a:solidFill>
                  <a:srgbClr val="000000"/>
                </a:solidFill>
                <a:latin typeface="Paalalabas Wide"/>
                <a:ea typeface="Paalalabas Wide"/>
                <a:cs typeface="Paalalabas Wide"/>
                <a:sym typeface="Paalalabas Wide"/>
              </a:rPr>
              <a:t>OUR MOTIVATION:</a:t>
            </a:r>
          </a:p>
        </p:txBody>
      </p:sp>
      <p:sp>
        <p:nvSpPr>
          <p:cNvPr id="6" name="TextBox 6"/>
          <p:cNvSpPr txBox="1"/>
          <p:nvPr/>
        </p:nvSpPr>
        <p:spPr>
          <a:xfrm>
            <a:off x="3726619" y="1567180"/>
            <a:ext cx="14299040" cy="1191306"/>
          </a:xfrm>
          <a:prstGeom prst="rect">
            <a:avLst/>
          </a:prstGeom>
        </p:spPr>
        <p:txBody>
          <a:bodyPr lIns="0" tIns="0" rIns="0" bIns="0" rtlCol="0" anchor="t">
            <a:spAutoFit/>
          </a:bodyPr>
          <a:lstStyle/>
          <a:p>
            <a:pPr algn="ctr">
              <a:lnSpc>
                <a:spcPts val="4583"/>
              </a:lnSpc>
            </a:pPr>
            <a:r>
              <a:rPr lang="en-US" sz="4323" b="1" spc="159">
                <a:solidFill>
                  <a:srgbClr val="C53755"/>
                </a:solidFill>
                <a:latin typeface="Aristotelica Pro Bold"/>
                <a:ea typeface="Aristotelica Pro Bold"/>
                <a:cs typeface="Aristotelica Pro Bold"/>
                <a:sym typeface="Aristotelica Pro Bold"/>
              </a:rPr>
              <a:t>WHAT FACTORS IMPACT MAJOR LEAGUE BASEBALL ATTENDANCE?</a:t>
            </a:r>
          </a:p>
        </p:txBody>
      </p:sp>
      <p:sp>
        <p:nvSpPr>
          <p:cNvPr id="7" name="TextBox 7"/>
          <p:cNvSpPr txBox="1"/>
          <p:nvPr/>
        </p:nvSpPr>
        <p:spPr>
          <a:xfrm>
            <a:off x="0" y="10003690"/>
            <a:ext cx="1293166" cy="283310"/>
          </a:xfrm>
          <a:prstGeom prst="rect">
            <a:avLst/>
          </a:prstGeom>
        </p:spPr>
        <p:txBody>
          <a:bodyPr lIns="0" tIns="0" rIns="0" bIns="0" rtlCol="0" anchor="t">
            <a:spAutoFit/>
          </a:bodyPr>
          <a:lstStyle/>
          <a:p>
            <a:pPr algn="ctr">
              <a:lnSpc>
                <a:spcPts val="1900"/>
              </a:lnSpc>
            </a:pPr>
            <a:r>
              <a:rPr lang="en-US" sz="2317" spc="-16">
                <a:solidFill>
                  <a:srgbClr val="000000"/>
                </a:solidFill>
                <a:latin typeface="Paalalabas Wide"/>
                <a:ea typeface="Paalalabas Wide"/>
                <a:cs typeface="Paalalabas Wide"/>
                <a:sym typeface="Paalalabas Wide"/>
              </a:rPr>
              <a:t>1.</a:t>
            </a:r>
          </a:p>
        </p:txBody>
      </p:sp>
      <p:sp>
        <p:nvSpPr>
          <p:cNvPr id="8" name="TextBox 8"/>
          <p:cNvSpPr txBox="1"/>
          <p:nvPr/>
        </p:nvSpPr>
        <p:spPr>
          <a:xfrm>
            <a:off x="4155872" y="2788020"/>
            <a:ext cx="10306969" cy="1969435"/>
          </a:xfrm>
          <a:prstGeom prst="rect">
            <a:avLst/>
          </a:prstGeom>
        </p:spPr>
        <p:txBody>
          <a:bodyPr lIns="0" tIns="0" rIns="0" bIns="0" rtlCol="0" anchor="t">
            <a:spAutoFit/>
          </a:bodyPr>
          <a:lstStyle/>
          <a:p>
            <a:pPr algn="l">
              <a:lnSpc>
                <a:spcPts val="3841"/>
              </a:lnSpc>
            </a:pPr>
            <a:r>
              <a:rPr lang="en-US" sz="3624" b="1" spc="134">
                <a:solidFill>
                  <a:srgbClr val="000000"/>
                </a:solidFill>
                <a:latin typeface="Aristotelica Pro Bold"/>
                <a:ea typeface="Aristotelica Pro Bold"/>
                <a:cs typeface="Aristotelica Pro Bold"/>
                <a:sym typeface="Aristotelica Pro Bold"/>
              </a:rPr>
              <a:t>Purpose?</a:t>
            </a:r>
          </a:p>
          <a:p>
            <a:pPr marL="782425" lvl="1" indent="-391212" algn="l">
              <a:lnSpc>
                <a:spcPts val="3841"/>
              </a:lnSpc>
              <a:buFont typeface="Arial"/>
              <a:buChar char="•"/>
            </a:pPr>
            <a:r>
              <a:rPr lang="en-US" sz="3624" spc="134">
                <a:solidFill>
                  <a:srgbClr val="000000"/>
                </a:solidFill>
                <a:latin typeface="Aristotelica Pro"/>
                <a:ea typeface="Aristotelica Pro"/>
                <a:cs typeface="Aristotelica Pro"/>
                <a:sym typeface="Aristotelica Pro"/>
              </a:rPr>
              <a:t>Identify fan engagement patterns</a:t>
            </a:r>
          </a:p>
          <a:p>
            <a:pPr marL="782425" lvl="1" indent="-391212" algn="l">
              <a:lnSpc>
                <a:spcPts val="3841"/>
              </a:lnSpc>
              <a:buFont typeface="Arial"/>
              <a:buChar char="•"/>
            </a:pPr>
            <a:r>
              <a:rPr lang="en-US" sz="3624" spc="134">
                <a:solidFill>
                  <a:srgbClr val="000000"/>
                </a:solidFill>
                <a:latin typeface="Aristotelica Pro"/>
                <a:ea typeface="Aristotelica Pro"/>
                <a:cs typeface="Aristotelica Pro"/>
                <a:sym typeface="Aristotelica Pro"/>
              </a:rPr>
              <a:t>Provide actionable insights</a:t>
            </a:r>
          </a:p>
          <a:p>
            <a:pPr marL="782425" lvl="1" indent="-391212" algn="l">
              <a:lnSpc>
                <a:spcPts val="3841"/>
              </a:lnSpc>
              <a:buFont typeface="Arial"/>
              <a:buChar char="•"/>
            </a:pPr>
            <a:r>
              <a:rPr lang="en-US" sz="3624" spc="134">
                <a:solidFill>
                  <a:srgbClr val="000000"/>
                </a:solidFill>
                <a:latin typeface="Aristotelica Pro"/>
                <a:ea typeface="Aristotelica Pro"/>
                <a:cs typeface="Aristotelica Pro"/>
                <a:sym typeface="Aristotelica Pro"/>
              </a:rPr>
              <a:t>Support evidence based decisions</a:t>
            </a:r>
          </a:p>
        </p:txBody>
      </p:sp>
      <p:sp>
        <p:nvSpPr>
          <p:cNvPr id="9" name="TextBox 9"/>
          <p:cNvSpPr txBox="1"/>
          <p:nvPr/>
        </p:nvSpPr>
        <p:spPr>
          <a:xfrm>
            <a:off x="4155872" y="5152881"/>
            <a:ext cx="10306969" cy="1483660"/>
          </a:xfrm>
          <a:prstGeom prst="rect">
            <a:avLst/>
          </a:prstGeom>
        </p:spPr>
        <p:txBody>
          <a:bodyPr lIns="0" tIns="0" rIns="0" bIns="0" rtlCol="0" anchor="t">
            <a:spAutoFit/>
          </a:bodyPr>
          <a:lstStyle/>
          <a:p>
            <a:pPr algn="l">
              <a:lnSpc>
                <a:spcPts val="3841"/>
              </a:lnSpc>
            </a:pPr>
            <a:r>
              <a:rPr lang="en-US" sz="3600" b="1" spc="134">
                <a:solidFill>
                  <a:srgbClr val="000000"/>
                </a:solidFill>
                <a:latin typeface="Aristotelica Pro Bold"/>
                <a:ea typeface="Aristotelica Pro Bold"/>
                <a:cs typeface="Aristotelica Pro Bold"/>
                <a:sym typeface="Aristotelica Pro Bold"/>
              </a:rPr>
              <a:t>Related Articles?</a:t>
            </a:r>
          </a:p>
          <a:p>
            <a:pPr marL="782320" lvl="1" indent="-391160">
              <a:lnSpc>
                <a:spcPts val="3841"/>
              </a:lnSpc>
              <a:buFont typeface="Arial"/>
              <a:buChar char="•"/>
            </a:pPr>
            <a:r>
              <a:rPr lang="en-US" sz="3600" u="sng" spc="134">
                <a:solidFill>
                  <a:srgbClr val="000000"/>
                </a:solidFill>
                <a:latin typeface="Aristotelica Pro"/>
                <a:ea typeface="Aristotelica Pro"/>
                <a:cs typeface="Aristotelica Pro"/>
                <a:hlinkClick r:id="rId6"/>
              </a:rPr>
              <a:t>Article 1</a:t>
            </a:r>
          </a:p>
          <a:p>
            <a:pPr marL="782320" lvl="1" indent="-391160">
              <a:lnSpc>
                <a:spcPts val="3841"/>
              </a:lnSpc>
              <a:buFont typeface="Arial"/>
              <a:buChar char="•"/>
            </a:pPr>
            <a:r>
              <a:rPr lang="en-US" sz="3600" u="sng" spc="134">
                <a:solidFill>
                  <a:srgbClr val="000000"/>
                </a:solidFill>
                <a:latin typeface="Aristotelica Pro"/>
                <a:ea typeface="Aristotelica Pro"/>
                <a:cs typeface="Aristotelica Pro"/>
                <a:hlinkClick r:id="rId7"/>
              </a:rPr>
              <a:t>Article 2</a:t>
            </a:r>
          </a:p>
        </p:txBody>
      </p:sp>
      <p:sp>
        <p:nvSpPr>
          <p:cNvPr id="10" name="TextBox 10"/>
          <p:cNvSpPr txBox="1"/>
          <p:nvPr/>
        </p:nvSpPr>
        <p:spPr>
          <a:xfrm>
            <a:off x="4155872" y="7036591"/>
            <a:ext cx="10306969" cy="2940985"/>
          </a:xfrm>
          <a:prstGeom prst="rect">
            <a:avLst/>
          </a:prstGeom>
        </p:spPr>
        <p:txBody>
          <a:bodyPr lIns="0" tIns="0" rIns="0" bIns="0" rtlCol="0" anchor="t">
            <a:spAutoFit/>
          </a:bodyPr>
          <a:lstStyle/>
          <a:p>
            <a:pPr algn="l">
              <a:lnSpc>
                <a:spcPts val="3841"/>
              </a:lnSpc>
            </a:pPr>
            <a:r>
              <a:rPr lang="en-US" sz="3600" b="1" spc="134">
                <a:solidFill>
                  <a:srgbClr val="000000"/>
                </a:solidFill>
                <a:latin typeface="Aristotelica Pro Bold"/>
                <a:ea typeface="Aristotelica Pro Bold"/>
                <a:cs typeface="Aristotelica Pro Bold"/>
                <a:sym typeface="Aristotelica Pro Bold"/>
              </a:rPr>
              <a:t>Key Variables?</a:t>
            </a:r>
          </a:p>
          <a:p>
            <a:pPr marL="782320" lvl="1" indent="-391160" algn="l">
              <a:lnSpc>
                <a:spcPts val="3841"/>
              </a:lnSpc>
              <a:buFont typeface="Arial"/>
              <a:buChar char="•"/>
            </a:pPr>
            <a:r>
              <a:rPr lang="en-US" sz="3600" b="1" spc="134">
                <a:solidFill>
                  <a:srgbClr val="000000"/>
                </a:solidFill>
                <a:latin typeface="Aristotelica Pro Bold"/>
                <a:ea typeface="Aristotelica Pro Bold"/>
                <a:cs typeface="Aristotelica Pro Bold"/>
                <a:sym typeface="Aristotelica Pro Bold"/>
              </a:rPr>
              <a:t>Dependent: </a:t>
            </a:r>
            <a:r>
              <a:rPr lang="en-US" sz="3600" spc="134">
                <a:solidFill>
                  <a:srgbClr val="000000"/>
                </a:solidFill>
                <a:latin typeface="Aristotelica Pro"/>
                <a:ea typeface="Aristotelica Pro"/>
                <a:cs typeface="Aristotelica Pro"/>
                <a:sym typeface="Aristotelica Pro"/>
              </a:rPr>
              <a:t>Attendance</a:t>
            </a:r>
            <a:endParaRPr lang="en-US" sz="3600" spc="134">
              <a:solidFill>
                <a:srgbClr val="000000"/>
              </a:solidFill>
              <a:latin typeface="Aristotelica Pro"/>
              <a:ea typeface="Aristotelica Pro"/>
              <a:cs typeface="Aristotelica Pro"/>
            </a:endParaRPr>
          </a:p>
          <a:p>
            <a:pPr marL="782320" lvl="1" indent="-391160" algn="l">
              <a:lnSpc>
                <a:spcPts val="3841"/>
              </a:lnSpc>
              <a:buFont typeface="Arial"/>
              <a:buChar char="•"/>
            </a:pPr>
            <a:r>
              <a:rPr lang="en-US" sz="3600" b="1" spc="134">
                <a:solidFill>
                  <a:srgbClr val="000000"/>
                </a:solidFill>
                <a:latin typeface="Aristotelica Pro Bold"/>
                <a:ea typeface="Aristotelica Pro Bold"/>
                <a:cs typeface="Aristotelica Pro Bold"/>
                <a:sym typeface="Aristotelica Pro Bold"/>
              </a:rPr>
              <a:t>Independent: </a:t>
            </a:r>
            <a:r>
              <a:rPr lang="en-US" sz="3600" spc="134">
                <a:solidFill>
                  <a:srgbClr val="000000"/>
                </a:solidFill>
                <a:latin typeface="Aristotelica Pro"/>
                <a:ea typeface="Aristotelica Pro"/>
                <a:cs typeface="Aristotelica Pro"/>
                <a:sym typeface="Aristotelica Pro"/>
              </a:rPr>
              <a:t>Days of the Week, Game Time, Weather, Star Power, Ballpark, Game Type, Divisional Game, Same League Game, Point In Season</a:t>
            </a:r>
            <a:endParaRPr lang="en-US" sz="3600" spc="134">
              <a:solidFill>
                <a:srgbClr val="000000"/>
              </a:solidFill>
              <a:latin typeface="Aristotelica Pro"/>
              <a:ea typeface="Aristotelica Pro"/>
              <a:cs typeface="Aristotelica Pr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rot="-937369">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p:cNvSpPr/>
          <p:nvPr/>
        </p:nvSpPr>
        <p:spPr>
          <a:xfrm rot="-937369">
            <a:off x="15068497" y="7270836"/>
            <a:ext cx="5671168" cy="4964280"/>
          </a:xfrm>
          <a:custGeom>
            <a:avLst/>
            <a:gdLst/>
            <a:ahLst/>
            <a:cxnLst/>
            <a:rect l="l" t="t" r="r" b="b"/>
            <a:pathLst>
              <a:path w="5671168" h="4964280">
                <a:moveTo>
                  <a:pt x="0" y="0"/>
                </a:moveTo>
                <a:lnTo>
                  <a:pt x="5671167" y="0"/>
                </a:lnTo>
                <a:lnTo>
                  <a:pt x="5671167"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6124952" y="2317748"/>
            <a:ext cx="5289907" cy="1914883"/>
          </a:xfrm>
          <a:prstGeom prst="rect">
            <a:avLst/>
          </a:prstGeom>
        </p:spPr>
        <p:txBody>
          <a:bodyPr lIns="0" tIns="0" rIns="0" bIns="0" rtlCol="0" anchor="t">
            <a:spAutoFit/>
          </a:bodyPr>
          <a:lstStyle/>
          <a:p>
            <a:pPr algn="ctr">
              <a:lnSpc>
                <a:spcPts val="3735"/>
              </a:lnSpc>
            </a:pPr>
            <a:r>
              <a:rPr lang="en-US" sz="3500" b="1" u="sng" spc="130">
                <a:solidFill>
                  <a:srgbClr val="000000"/>
                </a:solidFill>
                <a:latin typeface="Aristotelica Pro Bold"/>
                <a:ea typeface="Aristotelica Pro Bold"/>
                <a:cs typeface="Aristotelica Pro Bold"/>
                <a:sym typeface="Aristotelica Pro Bold"/>
              </a:rPr>
              <a:t>Source:</a:t>
            </a:r>
          </a:p>
          <a:p>
            <a:pPr algn="ctr">
              <a:lnSpc>
                <a:spcPts val="3735"/>
              </a:lnSpc>
            </a:pPr>
            <a:r>
              <a:rPr lang="en-US" sz="3500" spc="130">
                <a:solidFill>
                  <a:srgbClr val="000000"/>
                </a:solidFill>
                <a:latin typeface="Aristotelica Pro"/>
                <a:ea typeface="Aristotelica Pro"/>
                <a:cs typeface="Aristotelica Pro"/>
                <a:sym typeface="Aristotelica Pro"/>
              </a:rPr>
              <a:t>FanGraphs, </a:t>
            </a:r>
            <a:r>
              <a:rPr lang="en-US" sz="3500" spc="130" err="1">
                <a:solidFill>
                  <a:srgbClr val="000000"/>
                </a:solidFill>
                <a:latin typeface="Aristotelica Pro"/>
                <a:ea typeface="Aristotelica Pro"/>
                <a:cs typeface="Aristotelica Pro"/>
                <a:sym typeface="Aristotelica Pro"/>
              </a:rPr>
              <a:t>baseballR</a:t>
            </a:r>
            <a:r>
              <a:rPr lang="en-US" sz="3500" spc="130">
                <a:solidFill>
                  <a:srgbClr val="000000"/>
                </a:solidFill>
                <a:latin typeface="Aristotelica Pro"/>
                <a:ea typeface="Aristotelica Pro"/>
                <a:cs typeface="Aristotelica Pro"/>
                <a:sym typeface="Aristotelica Pro"/>
              </a:rPr>
              <a:t>, and ESPN</a:t>
            </a:r>
            <a:endParaRPr lang="en-US" sz="3500" spc="130">
              <a:solidFill>
                <a:srgbClr val="000000"/>
              </a:solidFill>
              <a:latin typeface="Aristotelica Pro"/>
              <a:ea typeface="Aristotelica Pro"/>
              <a:cs typeface="Aristotelica Pro"/>
            </a:endParaRPr>
          </a:p>
          <a:p>
            <a:pPr algn="ctr">
              <a:lnSpc>
                <a:spcPts val="3735"/>
              </a:lnSpc>
            </a:pPr>
            <a:endParaRPr lang="en-US" sz="3524" spc="130">
              <a:solidFill>
                <a:srgbClr val="000000"/>
              </a:solidFill>
              <a:latin typeface="Aristotelica Pro"/>
              <a:ea typeface="Aristotelica Pro"/>
              <a:cs typeface="Aristotelica Pro"/>
              <a:sym typeface="Aristotelica Pro"/>
            </a:endParaRPr>
          </a:p>
        </p:txBody>
      </p:sp>
      <p:sp>
        <p:nvSpPr>
          <p:cNvPr id="10" name="TextBox 10"/>
          <p:cNvSpPr txBox="1"/>
          <p:nvPr/>
        </p:nvSpPr>
        <p:spPr>
          <a:xfrm>
            <a:off x="3325997" y="613415"/>
            <a:ext cx="11636006" cy="1182996"/>
          </a:xfrm>
          <a:prstGeom prst="rect">
            <a:avLst/>
          </a:prstGeom>
        </p:spPr>
        <p:txBody>
          <a:bodyPr lIns="0" tIns="0" rIns="0" bIns="0" rtlCol="0" anchor="t">
            <a:spAutoFit/>
          </a:bodyPr>
          <a:lstStyle/>
          <a:p>
            <a:pPr algn="ctr">
              <a:lnSpc>
                <a:spcPts val="8390"/>
              </a:lnSpc>
            </a:pPr>
            <a:r>
              <a:rPr lang="en-US" sz="10109" spc="-293">
                <a:solidFill>
                  <a:srgbClr val="000000"/>
                </a:solidFill>
                <a:latin typeface="Paalalabas Wide"/>
                <a:ea typeface="Paalalabas Wide"/>
                <a:cs typeface="Paalalabas Wide"/>
                <a:sym typeface="Paalalabas Wide"/>
              </a:rPr>
              <a:t>DATA DESCRIPTION</a:t>
            </a:r>
          </a:p>
        </p:txBody>
      </p:sp>
      <p:sp>
        <p:nvSpPr>
          <p:cNvPr id="11" name="TextBox 11"/>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5.</a:t>
            </a:r>
          </a:p>
        </p:txBody>
      </p:sp>
      <p:sp>
        <p:nvSpPr>
          <p:cNvPr id="12" name="TextBox 12"/>
          <p:cNvSpPr txBox="1"/>
          <p:nvPr/>
        </p:nvSpPr>
        <p:spPr>
          <a:xfrm>
            <a:off x="6778564" y="4171832"/>
            <a:ext cx="3995182" cy="967532"/>
          </a:xfrm>
          <a:prstGeom prst="rect">
            <a:avLst/>
          </a:prstGeom>
        </p:spPr>
        <p:txBody>
          <a:bodyPr lIns="0" tIns="0" rIns="0" bIns="0" rtlCol="0" anchor="t">
            <a:spAutoFit/>
          </a:bodyPr>
          <a:lstStyle/>
          <a:p>
            <a:pPr algn="ctr">
              <a:lnSpc>
                <a:spcPts val="3735"/>
              </a:lnSpc>
            </a:pPr>
            <a:r>
              <a:rPr lang="en-US" sz="3524" b="1" u="sng" spc="130">
                <a:solidFill>
                  <a:srgbClr val="000000"/>
                </a:solidFill>
                <a:latin typeface="Aristotelica Pro Bold"/>
                <a:ea typeface="Aristotelica Pro Bold"/>
                <a:cs typeface="Aristotelica Pro Bold"/>
                <a:sym typeface="Aristotelica Pro Bold"/>
              </a:rPr>
              <a:t>Time Span:</a:t>
            </a:r>
          </a:p>
          <a:p>
            <a:pPr algn="ctr">
              <a:lnSpc>
                <a:spcPts val="3735"/>
              </a:lnSpc>
            </a:pPr>
            <a:r>
              <a:rPr lang="en-US" sz="3524" spc="130">
                <a:solidFill>
                  <a:srgbClr val="000000"/>
                </a:solidFill>
                <a:latin typeface="Aristotelica Pro"/>
                <a:ea typeface="Aristotelica Pro"/>
                <a:cs typeface="Aristotelica Pro"/>
                <a:sym typeface="Aristotelica Pro"/>
              </a:rPr>
              <a:t>2015 - 2025</a:t>
            </a:r>
          </a:p>
        </p:txBody>
      </p:sp>
      <p:graphicFrame>
        <p:nvGraphicFramePr>
          <p:cNvPr id="14" name="Table 13">
            <a:extLst>
              <a:ext uri="{FF2B5EF4-FFF2-40B4-BE49-F238E27FC236}">
                <a16:creationId xmlns:a16="http://schemas.microsoft.com/office/drawing/2014/main" id="{7D2B3127-F20A-36ED-9B87-3F95E83C7686}"/>
              </a:ext>
            </a:extLst>
          </p:cNvPr>
          <p:cNvGraphicFramePr>
            <a:graphicFrameLocks noGrp="1"/>
          </p:cNvGraphicFramePr>
          <p:nvPr>
            <p:extLst>
              <p:ext uri="{D42A27DB-BD31-4B8C-83A1-F6EECF244321}">
                <p14:modId xmlns:p14="http://schemas.microsoft.com/office/powerpoint/2010/main" val="2497236648"/>
              </p:ext>
            </p:extLst>
          </p:nvPr>
        </p:nvGraphicFramePr>
        <p:xfrm>
          <a:off x="4184284" y="5715536"/>
          <a:ext cx="9906329" cy="2818072"/>
        </p:xfrm>
        <a:graphic>
          <a:graphicData uri="http://schemas.openxmlformats.org/drawingml/2006/table">
            <a:tbl>
              <a:tblPr firstRow="1" bandRow="1">
                <a:tableStyleId>{21E4AEA4-8DFA-4A89-87EB-49C32662AFE0}</a:tableStyleId>
              </a:tblPr>
              <a:tblGrid>
                <a:gridCol w="3384037">
                  <a:extLst>
                    <a:ext uri="{9D8B030D-6E8A-4147-A177-3AD203B41FA5}">
                      <a16:colId xmlns:a16="http://schemas.microsoft.com/office/drawing/2014/main" val="3402152082"/>
                    </a:ext>
                  </a:extLst>
                </a:gridCol>
                <a:gridCol w="6522292">
                  <a:extLst>
                    <a:ext uri="{9D8B030D-6E8A-4147-A177-3AD203B41FA5}">
                      <a16:colId xmlns:a16="http://schemas.microsoft.com/office/drawing/2014/main" val="2520064777"/>
                    </a:ext>
                  </a:extLst>
                </a:gridCol>
              </a:tblGrid>
              <a:tr h="554363">
                <a:tc>
                  <a:txBody>
                    <a:bodyPr/>
                    <a:lstStyle/>
                    <a:p>
                      <a:pPr algn="ctr">
                        <a:buNone/>
                      </a:pPr>
                      <a:r>
                        <a:rPr lang="en-US" sz="2400">
                          <a:effectLst/>
                        </a:rPr>
                        <a:t>Metric</a:t>
                      </a:r>
                    </a:p>
                  </a:txBody>
                  <a:tcPr marL="137160" marR="137160" marT="137160" marB="137160" anchor="ctr"/>
                </a:tc>
                <a:tc>
                  <a:txBody>
                    <a:bodyPr/>
                    <a:lstStyle/>
                    <a:p>
                      <a:pPr algn="ctr">
                        <a:buNone/>
                      </a:pPr>
                      <a:r>
                        <a:rPr lang="en-US" sz="2400">
                          <a:effectLst/>
                        </a:rPr>
                        <a:t>Value</a:t>
                      </a:r>
                    </a:p>
                  </a:txBody>
                  <a:tcPr marL="137160" marR="137160" marT="137160" marB="137160" anchor="ctr"/>
                </a:tc>
                <a:extLst>
                  <a:ext uri="{0D108BD9-81ED-4DB2-BD59-A6C34878D82A}">
                    <a16:rowId xmlns:a16="http://schemas.microsoft.com/office/drawing/2014/main" val="2153635006"/>
                  </a:ext>
                </a:extLst>
              </a:tr>
              <a:tr h="554363">
                <a:tc>
                  <a:txBody>
                    <a:bodyPr/>
                    <a:lstStyle/>
                    <a:p>
                      <a:pPr algn="ctr">
                        <a:buNone/>
                      </a:pPr>
                      <a:r>
                        <a:rPr lang="en-US" sz="2400">
                          <a:effectLst/>
                        </a:rPr>
                        <a:t>Total Records</a:t>
                      </a:r>
                    </a:p>
                  </a:txBody>
                  <a:tcPr marL="137160" marR="137160" marT="137160" marB="137160" anchor="ctr"/>
                </a:tc>
                <a:tc>
                  <a:txBody>
                    <a:bodyPr/>
                    <a:lstStyle/>
                    <a:p>
                      <a:pPr lvl="0" algn="ctr">
                        <a:buNone/>
                      </a:pPr>
                      <a:r>
                        <a:rPr lang="en-US" sz="2400">
                          <a:effectLst/>
                        </a:rPr>
                        <a:t>23,323 Games</a:t>
                      </a:r>
                    </a:p>
                  </a:txBody>
                  <a:tcPr marL="137160" marR="137160" marT="137160" marB="137160" anchor="ctr"/>
                </a:tc>
                <a:extLst>
                  <a:ext uri="{0D108BD9-81ED-4DB2-BD59-A6C34878D82A}">
                    <a16:rowId xmlns:a16="http://schemas.microsoft.com/office/drawing/2014/main" val="3712456749"/>
                  </a:ext>
                </a:extLst>
              </a:tr>
              <a:tr h="768956">
                <a:tc>
                  <a:txBody>
                    <a:bodyPr/>
                    <a:lstStyle/>
                    <a:p>
                      <a:pPr algn="ctr">
                        <a:buNone/>
                      </a:pPr>
                      <a:r>
                        <a:rPr lang="en-US" sz="2400">
                          <a:effectLst/>
                        </a:rPr>
                        <a:t>Total Variables</a:t>
                      </a:r>
                    </a:p>
                  </a:txBody>
                  <a:tcPr marL="137160" marR="137160" marT="137160" marB="137160" anchor="ctr"/>
                </a:tc>
                <a:tc>
                  <a:txBody>
                    <a:bodyPr/>
                    <a:lstStyle/>
                    <a:p>
                      <a:pPr algn="ctr">
                        <a:buNone/>
                      </a:pPr>
                      <a:r>
                        <a:rPr lang="en-US" sz="2400">
                          <a:effectLst/>
                        </a:rPr>
                        <a:t>21</a:t>
                      </a:r>
                    </a:p>
                  </a:txBody>
                  <a:tcPr marL="137160" marR="137160" marT="137160" marB="137160" anchor="ctr"/>
                </a:tc>
                <a:extLst>
                  <a:ext uri="{0D108BD9-81ED-4DB2-BD59-A6C34878D82A}">
                    <a16:rowId xmlns:a16="http://schemas.microsoft.com/office/drawing/2014/main" val="3854882914"/>
                  </a:ext>
                </a:extLst>
              </a:tr>
              <a:tr h="768956">
                <a:tc>
                  <a:txBody>
                    <a:bodyPr/>
                    <a:lstStyle/>
                    <a:p>
                      <a:pPr lvl="0" algn="ctr">
                        <a:buNone/>
                      </a:pPr>
                      <a:r>
                        <a:rPr lang="en-US" sz="2400">
                          <a:effectLst/>
                        </a:rPr>
                        <a:t>Date Range</a:t>
                      </a:r>
                    </a:p>
                  </a:txBody>
                  <a:tcPr marL="137160" marR="137160" marT="137160" marB="137160" anchor="ctr"/>
                </a:tc>
                <a:tc>
                  <a:txBody>
                    <a:bodyPr/>
                    <a:lstStyle/>
                    <a:p>
                      <a:pPr lvl="0" algn="ctr">
                        <a:buNone/>
                      </a:pPr>
                      <a:r>
                        <a:rPr lang="en-US" sz="2400">
                          <a:effectLst/>
                        </a:rPr>
                        <a:t>April 5th, 2015 – November 1st, 2025</a:t>
                      </a:r>
                    </a:p>
                  </a:txBody>
                  <a:tcPr marL="137160" marR="137160" marT="137160" marB="137160" anchor="ctr"/>
                </a:tc>
                <a:extLst>
                  <a:ext uri="{0D108BD9-81ED-4DB2-BD59-A6C34878D82A}">
                    <a16:rowId xmlns:a16="http://schemas.microsoft.com/office/drawing/2014/main" val="364216227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00B1-D2CC-7273-59A4-5E03A51121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B02160-AFE1-FCED-3882-6EB200F6208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sp>
        <p:nvSpPr>
          <p:cNvPr id="3" name="Freeform 3">
            <a:extLst>
              <a:ext uri="{FF2B5EF4-FFF2-40B4-BE49-F238E27FC236}">
                <a16:creationId xmlns:a16="http://schemas.microsoft.com/office/drawing/2014/main" id="{973D557D-6444-F5EF-40A8-3A1DDA837E22}"/>
              </a:ext>
            </a:extLst>
          </p:cNvPr>
          <p:cNvSpPr/>
          <p:nvPr/>
        </p:nvSpPr>
        <p:spPr>
          <a:xfrm>
            <a:off x="-1122650" y="-5136700"/>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a:extLst>
              <a:ext uri="{FF2B5EF4-FFF2-40B4-BE49-F238E27FC236}">
                <a16:creationId xmlns:a16="http://schemas.microsoft.com/office/drawing/2014/main" id="{E7D40EC7-47F7-9391-F6AB-5C265F61FDCD}"/>
              </a:ext>
            </a:extLst>
          </p:cNvPr>
          <p:cNvSpPr/>
          <p:nvPr/>
        </p:nvSpPr>
        <p:spPr>
          <a:xfrm rot="-937369">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6">
              <a:alphaModFix amt="46000"/>
            </a:blip>
            <a:stretch>
              <a:fillRect/>
            </a:stretch>
          </a:blipFill>
        </p:spPr>
      </p:sp>
      <p:sp>
        <p:nvSpPr>
          <p:cNvPr id="5" name="Freeform 5">
            <a:extLst>
              <a:ext uri="{FF2B5EF4-FFF2-40B4-BE49-F238E27FC236}">
                <a16:creationId xmlns:a16="http://schemas.microsoft.com/office/drawing/2014/main" id="{61CF2783-B293-AB1D-27C5-EE7360A0D640}"/>
              </a:ext>
            </a:extLst>
          </p:cNvPr>
          <p:cNvSpPr/>
          <p:nvPr/>
        </p:nvSpPr>
        <p:spPr>
          <a:xfrm rot="-937369">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a:extLst>
              <a:ext uri="{FF2B5EF4-FFF2-40B4-BE49-F238E27FC236}">
                <a16:creationId xmlns:a16="http://schemas.microsoft.com/office/drawing/2014/main" id="{7DAE8DD7-75C9-B509-FE32-5019E66306B8}"/>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6">
              <a:alphaModFix amt="46000"/>
            </a:blip>
            <a:stretch>
              <a:fillRect/>
            </a:stretch>
          </a:blipFill>
        </p:spPr>
      </p:sp>
      <p:sp>
        <p:nvSpPr>
          <p:cNvPr id="7" name="Freeform 7">
            <a:extLst>
              <a:ext uri="{FF2B5EF4-FFF2-40B4-BE49-F238E27FC236}">
                <a16:creationId xmlns:a16="http://schemas.microsoft.com/office/drawing/2014/main" id="{93133939-E124-C2CF-215C-E16D0A8A735A}"/>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a:extLst>
              <a:ext uri="{FF2B5EF4-FFF2-40B4-BE49-F238E27FC236}">
                <a16:creationId xmlns:a16="http://schemas.microsoft.com/office/drawing/2014/main" id="{595F160C-E0C3-0F59-6473-7690F4A1FF69}"/>
              </a:ext>
            </a:extLst>
          </p:cNvPr>
          <p:cNvSpPr txBox="1"/>
          <p:nvPr/>
        </p:nvSpPr>
        <p:spPr>
          <a:xfrm>
            <a:off x="3325997" y="613415"/>
            <a:ext cx="11636006" cy="1119217"/>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sym typeface="Paalalabas Wide"/>
              </a:rPr>
              <a:t>ATTENDANCE</a:t>
            </a:r>
            <a:endParaRPr lang="en-US"/>
          </a:p>
        </p:txBody>
      </p:sp>
      <p:sp>
        <p:nvSpPr>
          <p:cNvPr id="10" name="TextBox 10">
            <a:extLst>
              <a:ext uri="{FF2B5EF4-FFF2-40B4-BE49-F238E27FC236}">
                <a16:creationId xmlns:a16="http://schemas.microsoft.com/office/drawing/2014/main" id="{2122CF79-F8E0-DA03-DEC9-65FDC5530A53}"/>
              </a:ext>
            </a:extLst>
          </p:cNvPr>
          <p:cNvSpPr txBox="1"/>
          <p:nvPr/>
        </p:nvSpPr>
        <p:spPr>
          <a:xfrm>
            <a:off x="16994834" y="10003690"/>
            <a:ext cx="1293166" cy="25359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2.</a:t>
            </a:r>
            <a:endParaRPr lang="en-US"/>
          </a:p>
        </p:txBody>
      </p:sp>
      <p:pic>
        <p:nvPicPr>
          <p:cNvPr id="8" name="Picture 7" descr="A graph of a number of people&#10;&#10;AI-generated content may be incorrect.">
            <a:extLst>
              <a:ext uri="{FF2B5EF4-FFF2-40B4-BE49-F238E27FC236}">
                <a16:creationId xmlns:a16="http://schemas.microsoft.com/office/drawing/2014/main" id="{61AF7396-A0EA-F661-44E9-818FC21816C6}"/>
              </a:ext>
            </a:extLst>
          </p:cNvPr>
          <p:cNvPicPr>
            <a:picLocks noChangeAspect="1"/>
          </p:cNvPicPr>
          <p:nvPr/>
        </p:nvPicPr>
        <p:blipFill>
          <a:blip r:embed="rId9"/>
          <a:stretch>
            <a:fillRect/>
          </a:stretch>
        </p:blipFill>
        <p:spPr>
          <a:xfrm>
            <a:off x="5081577" y="1598053"/>
            <a:ext cx="8425355" cy="6928944"/>
          </a:xfrm>
          <a:prstGeom prst="rect">
            <a:avLst/>
          </a:prstGeom>
        </p:spPr>
      </p:pic>
      <p:pic>
        <p:nvPicPr>
          <p:cNvPr id="18" name="Picture 17" descr="A screenshot of a phone&#10;&#10;AI-generated content may be incorrect.">
            <a:extLst>
              <a:ext uri="{FF2B5EF4-FFF2-40B4-BE49-F238E27FC236}">
                <a16:creationId xmlns:a16="http://schemas.microsoft.com/office/drawing/2014/main" id="{05692AE5-35E8-6D4C-8A26-56123C84E5EE}"/>
              </a:ext>
            </a:extLst>
          </p:cNvPr>
          <p:cNvPicPr>
            <a:picLocks noChangeAspect="1"/>
          </p:cNvPicPr>
          <p:nvPr/>
        </p:nvPicPr>
        <p:blipFill>
          <a:blip r:embed="rId10"/>
          <a:stretch>
            <a:fillRect/>
          </a:stretch>
        </p:blipFill>
        <p:spPr>
          <a:xfrm>
            <a:off x="5426000" y="8703343"/>
            <a:ext cx="7734300" cy="1428750"/>
          </a:xfrm>
          <a:prstGeom prst="rect">
            <a:avLst/>
          </a:prstGeom>
        </p:spPr>
      </p:pic>
    </p:spTree>
    <p:extLst>
      <p:ext uri="{BB962C8B-B14F-4D97-AF65-F5344CB8AC3E}">
        <p14:creationId xmlns:p14="http://schemas.microsoft.com/office/powerpoint/2010/main" val="1511857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14DC1-77BF-63A4-5732-635374DF22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E52AA0-5D0E-9E2F-3400-3D1F7671821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sp>
        <p:nvSpPr>
          <p:cNvPr id="3" name="Freeform 3">
            <a:extLst>
              <a:ext uri="{FF2B5EF4-FFF2-40B4-BE49-F238E27FC236}">
                <a16:creationId xmlns:a16="http://schemas.microsoft.com/office/drawing/2014/main" id="{09A5D7D6-39A1-F449-BB99-0AD85CFA441F}"/>
              </a:ext>
            </a:extLst>
          </p:cNvPr>
          <p:cNvSpPr/>
          <p:nvPr/>
        </p:nvSpPr>
        <p:spPr>
          <a:xfrm>
            <a:off x="-1122650" y="-5136700"/>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a:extLst>
              <a:ext uri="{FF2B5EF4-FFF2-40B4-BE49-F238E27FC236}">
                <a16:creationId xmlns:a16="http://schemas.microsoft.com/office/drawing/2014/main" id="{91769FE4-E352-95C7-E0DA-4A02131541B1}"/>
              </a:ext>
            </a:extLst>
          </p:cNvPr>
          <p:cNvSpPr/>
          <p:nvPr/>
        </p:nvSpPr>
        <p:spPr>
          <a:xfrm rot="-937369">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6">
              <a:alphaModFix amt="46000"/>
            </a:blip>
            <a:stretch>
              <a:fillRect/>
            </a:stretch>
          </a:blipFill>
        </p:spPr>
      </p:sp>
      <p:sp>
        <p:nvSpPr>
          <p:cNvPr id="5" name="Freeform 5">
            <a:extLst>
              <a:ext uri="{FF2B5EF4-FFF2-40B4-BE49-F238E27FC236}">
                <a16:creationId xmlns:a16="http://schemas.microsoft.com/office/drawing/2014/main" id="{B634EC1A-F907-957B-766F-C0DB3D44D539}"/>
              </a:ext>
            </a:extLst>
          </p:cNvPr>
          <p:cNvSpPr/>
          <p:nvPr/>
        </p:nvSpPr>
        <p:spPr>
          <a:xfrm rot="-937369">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a:extLst>
              <a:ext uri="{FF2B5EF4-FFF2-40B4-BE49-F238E27FC236}">
                <a16:creationId xmlns:a16="http://schemas.microsoft.com/office/drawing/2014/main" id="{6A5BB3AA-8FB8-182A-6EB0-24A5E7A7C9C9}"/>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6">
              <a:alphaModFix amt="46000"/>
            </a:blip>
            <a:stretch>
              <a:fillRect/>
            </a:stretch>
          </a:blipFill>
        </p:spPr>
      </p:sp>
      <p:sp>
        <p:nvSpPr>
          <p:cNvPr id="7" name="Freeform 7">
            <a:extLst>
              <a:ext uri="{FF2B5EF4-FFF2-40B4-BE49-F238E27FC236}">
                <a16:creationId xmlns:a16="http://schemas.microsoft.com/office/drawing/2014/main" id="{A60D9291-8B22-4D93-D077-4C21F263427A}"/>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a:extLst>
              <a:ext uri="{FF2B5EF4-FFF2-40B4-BE49-F238E27FC236}">
                <a16:creationId xmlns:a16="http://schemas.microsoft.com/office/drawing/2014/main" id="{0FCFA432-26FC-DD19-0DEE-96571B28411C}"/>
              </a:ext>
            </a:extLst>
          </p:cNvPr>
          <p:cNvSpPr txBox="1"/>
          <p:nvPr/>
        </p:nvSpPr>
        <p:spPr>
          <a:xfrm>
            <a:off x="3325997" y="613415"/>
            <a:ext cx="11636006" cy="1119217"/>
          </a:xfrm>
          <a:prstGeom prst="rect">
            <a:avLst/>
          </a:prstGeom>
        </p:spPr>
        <p:txBody>
          <a:bodyPr lIns="0" tIns="0" rIns="0" bIns="0" rtlCol="0" anchor="t">
            <a:spAutoFit/>
          </a:bodyPr>
          <a:lstStyle/>
          <a:p>
            <a:pPr algn="ctr">
              <a:lnSpc>
                <a:spcPts val="8390"/>
              </a:lnSpc>
            </a:pPr>
            <a:r>
              <a:rPr lang="en-US" sz="10100" spc="-293">
                <a:latin typeface="Paalalabas Wide"/>
              </a:rPr>
              <a:t>COVID-19</a:t>
            </a:r>
          </a:p>
        </p:txBody>
      </p:sp>
      <p:sp>
        <p:nvSpPr>
          <p:cNvPr id="10" name="TextBox 10">
            <a:extLst>
              <a:ext uri="{FF2B5EF4-FFF2-40B4-BE49-F238E27FC236}">
                <a16:creationId xmlns:a16="http://schemas.microsoft.com/office/drawing/2014/main" id="{620461BC-43ED-4C0F-3562-FB2FBD6F3A38}"/>
              </a:ext>
            </a:extLst>
          </p:cNvPr>
          <p:cNvSpPr txBox="1"/>
          <p:nvPr/>
        </p:nvSpPr>
        <p:spPr>
          <a:xfrm>
            <a:off x="16994834" y="10003690"/>
            <a:ext cx="1293166" cy="25359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2.</a:t>
            </a:r>
            <a:endParaRPr lang="en-US"/>
          </a:p>
        </p:txBody>
      </p:sp>
      <p:pic>
        <p:nvPicPr>
          <p:cNvPr id="12" name="Picture 11" descr="A graph showing the average attendance at yankee stadium&#10;&#10;AI-generated content may be incorrect.">
            <a:extLst>
              <a:ext uri="{FF2B5EF4-FFF2-40B4-BE49-F238E27FC236}">
                <a16:creationId xmlns:a16="http://schemas.microsoft.com/office/drawing/2014/main" id="{1DA48CDE-06E5-711E-56F5-522FFFEC1358}"/>
              </a:ext>
            </a:extLst>
          </p:cNvPr>
          <p:cNvPicPr>
            <a:picLocks noChangeAspect="1"/>
          </p:cNvPicPr>
          <p:nvPr/>
        </p:nvPicPr>
        <p:blipFill>
          <a:blip r:embed="rId9"/>
          <a:stretch>
            <a:fillRect/>
          </a:stretch>
        </p:blipFill>
        <p:spPr>
          <a:xfrm>
            <a:off x="3745337" y="1963977"/>
            <a:ext cx="11222552" cy="6662551"/>
          </a:xfrm>
          <a:prstGeom prst="rect">
            <a:avLst/>
          </a:prstGeom>
        </p:spPr>
      </p:pic>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93867F78-7A2D-6CFC-CF97-4042139D0651}"/>
                  </a:ext>
                </a:extLst>
              </p14:cNvPr>
              <p14:cNvContentPartPr/>
              <p14:nvPr/>
            </p14:nvContentPartPr>
            <p14:xfrm>
              <a:off x="9712826" y="6451676"/>
              <a:ext cx="1432641" cy="910341"/>
            </p14:xfrm>
          </p:contentPart>
        </mc:Choice>
        <mc:Fallback xmlns="">
          <p:pic>
            <p:nvPicPr>
              <p:cNvPr id="14" name="Ink 13">
                <a:extLst>
                  <a:ext uri="{FF2B5EF4-FFF2-40B4-BE49-F238E27FC236}">
                    <a16:creationId xmlns:a16="http://schemas.microsoft.com/office/drawing/2014/main" id="{93867F78-7A2D-6CFC-CF97-4042139D0651}"/>
                  </a:ext>
                </a:extLst>
              </p:cNvPr>
              <p:cNvPicPr/>
              <p:nvPr/>
            </p:nvPicPr>
            <p:blipFill>
              <a:blip r:embed="rId11"/>
              <a:stretch>
                <a:fillRect/>
              </a:stretch>
            </p:blipFill>
            <p:spPr>
              <a:xfrm>
                <a:off x="9694828" y="6433685"/>
                <a:ext cx="1468277" cy="945963"/>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B649E78C-9117-8CF9-1E75-9D15466614E9}"/>
                  </a:ext>
                </a:extLst>
              </p14:cNvPr>
              <p14:cNvContentPartPr/>
              <p14:nvPr/>
            </p14:nvContentPartPr>
            <p14:xfrm>
              <a:off x="11448399" y="5376108"/>
              <a:ext cx="798409" cy="1065078"/>
            </p14:xfrm>
          </p:contentPart>
        </mc:Choice>
        <mc:Fallback xmlns="">
          <p:pic>
            <p:nvPicPr>
              <p:cNvPr id="16" name="Ink 15">
                <a:extLst>
                  <a:ext uri="{FF2B5EF4-FFF2-40B4-BE49-F238E27FC236}">
                    <a16:creationId xmlns:a16="http://schemas.microsoft.com/office/drawing/2014/main" id="{B649E78C-9117-8CF9-1E75-9D15466614E9}"/>
                  </a:ext>
                </a:extLst>
              </p:cNvPr>
              <p:cNvPicPr/>
              <p:nvPr/>
            </p:nvPicPr>
            <p:blipFill>
              <a:blip r:embed="rId13"/>
              <a:stretch>
                <a:fillRect/>
              </a:stretch>
            </p:blipFill>
            <p:spPr>
              <a:xfrm>
                <a:off x="11430409" y="5358111"/>
                <a:ext cx="834030" cy="110071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51F95835-AC8E-2186-312E-013C73E11F14}"/>
                  </a:ext>
                </a:extLst>
              </p14:cNvPr>
              <p14:cNvContentPartPr/>
              <p14:nvPr/>
            </p14:nvContentPartPr>
            <p14:xfrm>
              <a:off x="11279658" y="6288541"/>
              <a:ext cx="343976" cy="321983"/>
            </p14:xfrm>
          </p:contentPart>
        </mc:Choice>
        <mc:Fallback xmlns="">
          <p:pic>
            <p:nvPicPr>
              <p:cNvPr id="21" name="Ink 20">
                <a:extLst>
                  <a:ext uri="{FF2B5EF4-FFF2-40B4-BE49-F238E27FC236}">
                    <a16:creationId xmlns:a16="http://schemas.microsoft.com/office/drawing/2014/main" id="{51F95835-AC8E-2186-312E-013C73E11F14}"/>
                  </a:ext>
                </a:extLst>
              </p:cNvPr>
              <p:cNvPicPr/>
              <p:nvPr/>
            </p:nvPicPr>
            <p:blipFill>
              <a:blip r:embed="rId15"/>
              <a:stretch>
                <a:fillRect/>
              </a:stretch>
            </p:blipFill>
            <p:spPr>
              <a:xfrm>
                <a:off x="11261686" y="6270553"/>
                <a:ext cx="379560" cy="357599"/>
              </a:xfrm>
              <a:prstGeom prst="rect">
                <a:avLst/>
              </a:prstGeom>
            </p:spPr>
          </p:pic>
        </mc:Fallback>
      </mc:AlternateContent>
      <p:sp>
        <p:nvSpPr>
          <p:cNvPr id="23" name="TextBox 22">
            <a:extLst>
              <a:ext uri="{FF2B5EF4-FFF2-40B4-BE49-F238E27FC236}">
                <a16:creationId xmlns:a16="http://schemas.microsoft.com/office/drawing/2014/main" id="{880BEC1C-D612-2B1E-7D5C-2D0F18B5D023}"/>
              </a:ext>
            </a:extLst>
          </p:cNvPr>
          <p:cNvSpPr txBox="1"/>
          <p:nvPr/>
        </p:nvSpPr>
        <p:spPr>
          <a:xfrm>
            <a:off x="12382537" y="4822866"/>
            <a:ext cx="1959426"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COVID-19 Dip/No 2020 Season</a:t>
            </a:r>
          </a:p>
        </p:txBody>
      </p:sp>
    </p:spTree>
    <p:extLst>
      <p:ext uri="{BB962C8B-B14F-4D97-AF65-F5344CB8AC3E}">
        <p14:creationId xmlns:p14="http://schemas.microsoft.com/office/powerpoint/2010/main" val="2147803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7624B-C5F2-3993-1BC8-3C63B0ED51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D1B9FA-FED8-7EE3-B5F8-BF0AB5FB569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sp>
        <p:nvSpPr>
          <p:cNvPr id="3" name="Freeform 3">
            <a:extLst>
              <a:ext uri="{FF2B5EF4-FFF2-40B4-BE49-F238E27FC236}">
                <a16:creationId xmlns:a16="http://schemas.microsoft.com/office/drawing/2014/main" id="{CD455329-BF42-930F-3287-B1F450AE6655}"/>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a:extLst>
              <a:ext uri="{FF2B5EF4-FFF2-40B4-BE49-F238E27FC236}">
                <a16:creationId xmlns:a16="http://schemas.microsoft.com/office/drawing/2014/main" id="{B7AE3322-0AE1-2719-5C12-5D9F020767C9}"/>
              </a:ext>
            </a:extLst>
          </p:cNvPr>
          <p:cNvSpPr/>
          <p:nvPr/>
        </p:nvSpPr>
        <p:spPr>
          <a:xfrm rot="-937369">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6">
              <a:alphaModFix amt="46000"/>
            </a:blip>
            <a:stretch>
              <a:fillRect/>
            </a:stretch>
          </a:blipFill>
        </p:spPr>
      </p:sp>
      <p:sp>
        <p:nvSpPr>
          <p:cNvPr id="5" name="Freeform 5">
            <a:extLst>
              <a:ext uri="{FF2B5EF4-FFF2-40B4-BE49-F238E27FC236}">
                <a16:creationId xmlns:a16="http://schemas.microsoft.com/office/drawing/2014/main" id="{5D32F5BA-A252-DF43-DD8D-0812A13A2CB0}"/>
              </a:ext>
            </a:extLst>
          </p:cNvPr>
          <p:cNvSpPr/>
          <p:nvPr/>
        </p:nvSpPr>
        <p:spPr>
          <a:xfrm rot="-937369">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a:extLst>
              <a:ext uri="{FF2B5EF4-FFF2-40B4-BE49-F238E27FC236}">
                <a16:creationId xmlns:a16="http://schemas.microsoft.com/office/drawing/2014/main" id="{F858D0E7-5B2B-3CA6-EE56-DBAC64D2C91F}"/>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6">
              <a:alphaModFix amt="46000"/>
            </a:blip>
            <a:stretch>
              <a:fillRect/>
            </a:stretch>
          </a:blipFill>
        </p:spPr>
      </p:sp>
      <p:sp>
        <p:nvSpPr>
          <p:cNvPr id="7" name="Freeform 7">
            <a:extLst>
              <a:ext uri="{FF2B5EF4-FFF2-40B4-BE49-F238E27FC236}">
                <a16:creationId xmlns:a16="http://schemas.microsoft.com/office/drawing/2014/main" id="{B0468DFC-CB98-05D9-E781-151D3016DD8B}"/>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a:extLst>
              <a:ext uri="{FF2B5EF4-FFF2-40B4-BE49-F238E27FC236}">
                <a16:creationId xmlns:a16="http://schemas.microsoft.com/office/drawing/2014/main" id="{33BAA9C9-D803-F57F-47C7-DFDFD8A05744}"/>
              </a:ext>
            </a:extLst>
          </p:cNvPr>
          <p:cNvSpPr txBox="1"/>
          <p:nvPr/>
        </p:nvSpPr>
        <p:spPr>
          <a:xfrm>
            <a:off x="1109571" y="613415"/>
            <a:ext cx="17182040" cy="6283836"/>
          </a:xfrm>
          <a:prstGeom prst="rect">
            <a:avLst/>
          </a:prstGeom>
        </p:spPr>
        <p:txBody>
          <a:bodyPr wrap="square" lIns="0" tIns="0" rIns="0" bIns="0" rtlCol="0" anchor="t">
            <a:spAutoFit/>
          </a:bodyPr>
          <a:lstStyle/>
          <a:p>
            <a:pPr algn="ctr">
              <a:lnSpc>
                <a:spcPts val="8390"/>
              </a:lnSpc>
            </a:pPr>
            <a:r>
              <a:rPr lang="en-US" sz="10100" spc="-293">
                <a:solidFill>
                  <a:srgbClr val="000000"/>
                </a:solidFill>
                <a:latin typeface="Paalalabas Wide"/>
                <a:sym typeface="Paalalabas Wide"/>
              </a:rPr>
              <a:t>Independent Variables</a:t>
            </a:r>
            <a:endParaRPr lang="en-US">
              <a:solidFill>
                <a:srgbClr val="000000"/>
              </a:solidFill>
              <a:latin typeface="Calibri"/>
              <a:ea typeface="Calibri"/>
              <a:cs typeface="Calibri"/>
              <a:sym typeface="Paalalabas Wide"/>
            </a:endParaRPr>
          </a:p>
          <a:p>
            <a:pPr algn="ctr">
              <a:lnSpc>
                <a:spcPts val="8390"/>
              </a:lnSpc>
            </a:pPr>
            <a:r>
              <a:rPr lang="en-US" sz="4800" spc="-293">
                <a:latin typeface="Paalalabas Wide"/>
              </a:rPr>
              <a:t>23,323 observations</a:t>
            </a:r>
          </a:p>
          <a:p>
            <a:pPr algn="ctr">
              <a:lnSpc>
                <a:spcPts val="8390"/>
              </a:lnSpc>
            </a:pPr>
            <a:endParaRPr lang="en-US" sz="4800" spc="-293">
              <a:latin typeface="Paalalabas Wide"/>
            </a:endParaRPr>
          </a:p>
          <a:p>
            <a:pPr algn="ctr">
              <a:lnSpc>
                <a:spcPts val="8390"/>
              </a:lnSpc>
            </a:pPr>
            <a:endParaRPr lang="en-US" sz="4800" spc="-293">
              <a:latin typeface="Paalalabas Wide"/>
            </a:endParaRPr>
          </a:p>
          <a:p>
            <a:pPr algn="ctr">
              <a:lnSpc>
                <a:spcPts val="8390"/>
              </a:lnSpc>
            </a:pPr>
            <a:endParaRPr lang="en-US" sz="4800" spc="-293">
              <a:latin typeface="Paalalabas Wide"/>
            </a:endParaRPr>
          </a:p>
          <a:p>
            <a:pPr algn="ctr">
              <a:lnSpc>
                <a:spcPts val="8390"/>
              </a:lnSpc>
            </a:pPr>
            <a:endParaRPr lang="en-US" sz="4800" spc="-293">
              <a:latin typeface="Paalalabas Wide"/>
            </a:endParaRPr>
          </a:p>
        </p:txBody>
      </p:sp>
      <p:sp>
        <p:nvSpPr>
          <p:cNvPr id="10" name="TextBox 10">
            <a:extLst>
              <a:ext uri="{FF2B5EF4-FFF2-40B4-BE49-F238E27FC236}">
                <a16:creationId xmlns:a16="http://schemas.microsoft.com/office/drawing/2014/main" id="{3EF54362-0134-DA11-A0C2-1D34C97B6FE6}"/>
              </a:ext>
            </a:extLst>
          </p:cNvPr>
          <p:cNvSpPr txBox="1"/>
          <p:nvPr/>
        </p:nvSpPr>
        <p:spPr>
          <a:xfrm>
            <a:off x="16994834" y="10003690"/>
            <a:ext cx="1293166" cy="25359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sym typeface="Paalalabas Wide"/>
              </a:rPr>
              <a:t>3</a:t>
            </a:r>
            <a:r>
              <a:rPr lang="en-US" sz="2300" spc="-16">
                <a:solidFill>
                  <a:srgbClr val="000000"/>
                </a:solidFill>
                <a:latin typeface="Paalalabas Wide"/>
                <a:ea typeface="Paalalabas Wide"/>
                <a:cs typeface="Paalalabas Wide"/>
                <a:sym typeface="Paalalabas Wide"/>
              </a:rPr>
              <a:t>.</a:t>
            </a:r>
            <a:endParaRPr lang="en-US"/>
          </a:p>
        </p:txBody>
      </p:sp>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986260C8-706B-07FB-CF61-7480C30766E3}"/>
                  </a:ext>
                </a:extLst>
              </p14:cNvPr>
              <p14:cNvContentPartPr/>
              <p14:nvPr/>
            </p14:nvContentPartPr>
            <p14:xfrm>
              <a:off x="14564900" y="6500522"/>
              <a:ext cx="14844" cy="14844"/>
            </p14:xfrm>
          </p:contentPart>
        </mc:Choice>
        <mc:Fallback xmlns="">
          <p:pic>
            <p:nvPicPr>
              <p:cNvPr id="16" name="Ink 15">
                <a:extLst>
                  <a:ext uri="{FF2B5EF4-FFF2-40B4-BE49-F238E27FC236}">
                    <a16:creationId xmlns:a16="http://schemas.microsoft.com/office/drawing/2014/main" id="{986260C8-706B-07FB-CF61-7480C30766E3}"/>
                  </a:ext>
                </a:extLst>
              </p:cNvPr>
              <p:cNvPicPr/>
              <p:nvPr/>
            </p:nvPicPr>
            <p:blipFill>
              <a:blip r:embed="rId10"/>
              <a:stretch>
                <a:fillRect/>
              </a:stretch>
            </p:blipFill>
            <p:spPr>
              <a:xfrm>
                <a:off x="14317500" y="5758322"/>
                <a:ext cx="504696" cy="1484400"/>
              </a:xfrm>
              <a:prstGeom prst="rect">
                <a:avLst/>
              </a:prstGeom>
            </p:spPr>
          </p:pic>
        </mc:Fallback>
      </mc:AlternateContent>
      <p:graphicFrame>
        <p:nvGraphicFramePr>
          <p:cNvPr id="13" name="Table 12">
            <a:extLst>
              <a:ext uri="{FF2B5EF4-FFF2-40B4-BE49-F238E27FC236}">
                <a16:creationId xmlns:a16="http://schemas.microsoft.com/office/drawing/2014/main" id="{E261D745-28BC-00E2-1E0F-643D7F161765}"/>
              </a:ext>
            </a:extLst>
          </p:cNvPr>
          <p:cNvGraphicFramePr>
            <a:graphicFrameLocks noGrp="1"/>
          </p:cNvGraphicFramePr>
          <p:nvPr>
            <p:extLst>
              <p:ext uri="{D42A27DB-BD31-4B8C-83A1-F6EECF244321}">
                <p14:modId xmlns:p14="http://schemas.microsoft.com/office/powerpoint/2010/main" val="3335407365"/>
              </p:ext>
            </p:extLst>
          </p:nvPr>
        </p:nvGraphicFramePr>
        <p:xfrm>
          <a:off x="8614895" y="3963228"/>
          <a:ext cx="9569814" cy="1381178"/>
        </p:xfrm>
        <a:graphic>
          <a:graphicData uri="http://schemas.openxmlformats.org/drawingml/2006/table">
            <a:tbl>
              <a:tblPr firstRow="1" bandRow="1">
                <a:tableStyleId>{21E4AEA4-8DFA-4A89-87EB-49C32662AFE0}</a:tableStyleId>
              </a:tblPr>
              <a:tblGrid>
                <a:gridCol w="1658470">
                  <a:extLst>
                    <a:ext uri="{9D8B030D-6E8A-4147-A177-3AD203B41FA5}">
                      <a16:colId xmlns:a16="http://schemas.microsoft.com/office/drawing/2014/main" val="3402152082"/>
                    </a:ext>
                  </a:extLst>
                </a:gridCol>
                <a:gridCol w="1299410">
                  <a:extLst>
                    <a:ext uri="{9D8B030D-6E8A-4147-A177-3AD203B41FA5}">
                      <a16:colId xmlns:a16="http://schemas.microsoft.com/office/drawing/2014/main" val="2520064777"/>
                    </a:ext>
                  </a:extLst>
                </a:gridCol>
                <a:gridCol w="1927879">
                  <a:extLst>
                    <a:ext uri="{9D8B030D-6E8A-4147-A177-3AD203B41FA5}">
                      <a16:colId xmlns:a16="http://schemas.microsoft.com/office/drawing/2014/main" val="3861711645"/>
                    </a:ext>
                  </a:extLst>
                </a:gridCol>
                <a:gridCol w="1591234">
                  <a:extLst>
                    <a:ext uri="{9D8B030D-6E8A-4147-A177-3AD203B41FA5}">
                      <a16:colId xmlns:a16="http://schemas.microsoft.com/office/drawing/2014/main" val="3601684736"/>
                    </a:ext>
                  </a:extLst>
                </a:gridCol>
                <a:gridCol w="1613645">
                  <a:extLst>
                    <a:ext uri="{9D8B030D-6E8A-4147-A177-3AD203B41FA5}">
                      <a16:colId xmlns:a16="http://schemas.microsoft.com/office/drawing/2014/main" val="3482599583"/>
                    </a:ext>
                  </a:extLst>
                </a:gridCol>
                <a:gridCol w="1479176">
                  <a:extLst>
                    <a:ext uri="{9D8B030D-6E8A-4147-A177-3AD203B41FA5}">
                      <a16:colId xmlns:a16="http://schemas.microsoft.com/office/drawing/2014/main" val="708917211"/>
                    </a:ext>
                  </a:extLst>
                </a:gridCol>
              </a:tblGrid>
              <a:tr h="690589">
                <a:tc>
                  <a:txBody>
                    <a:bodyPr/>
                    <a:lstStyle/>
                    <a:p>
                      <a:pPr algn="ctr">
                        <a:buNone/>
                      </a:pPr>
                      <a:r>
                        <a:rPr lang="en-US" sz="1800">
                          <a:effectLst/>
                        </a:rPr>
                        <a:t>Variable</a:t>
                      </a:r>
                    </a:p>
                  </a:txBody>
                  <a:tcPr marL="137160" marR="137160" marT="137160" marB="137160" anchor="ctr"/>
                </a:tc>
                <a:tc>
                  <a:txBody>
                    <a:bodyPr/>
                    <a:lstStyle/>
                    <a:p>
                      <a:pPr algn="ctr">
                        <a:buNone/>
                      </a:pPr>
                      <a:r>
                        <a:rPr lang="en-US" sz="1800">
                          <a:effectLst/>
                        </a:rPr>
                        <a:t>Mean</a:t>
                      </a:r>
                    </a:p>
                  </a:txBody>
                  <a:tcPr marL="137160" marR="137160" marT="137160" marB="137160" anchor="ctr"/>
                </a:tc>
                <a:tc>
                  <a:txBody>
                    <a:bodyPr/>
                    <a:lstStyle/>
                    <a:p>
                      <a:pPr algn="ctr">
                        <a:buNone/>
                      </a:pPr>
                      <a:r>
                        <a:rPr lang="en-US" sz="1800">
                          <a:effectLst/>
                        </a:rPr>
                        <a:t>St. Dev</a:t>
                      </a:r>
                      <a:endParaRPr lang="en-US" sz="1800"/>
                    </a:p>
                  </a:txBody>
                  <a:tcPr marL="137160" marR="137160" marT="137160" marB="137160" anchor="ctr"/>
                </a:tc>
                <a:tc>
                  <a:txBody>
                    <a:bodyPr/>
                    <a:lstStyle/>
                    <a:p>
                      <a:pPr lvl="0" algn="ctr">
                        <a:buNone/>
                      </a:pPr>
                      <a:r>
                        <a:rPr lang="en-US" sz="1800">
                          <a:effectLst/>
                        </a:rPr>
                        <a:t>Q1</a:t>
                      </a:r>
                    </a:p>
                  </a:txBody>
                  <a:tcPr marL="137160" marR="137160" marT="137160" marB="137160" anchor="ctr"/>
                </a:tc>
                <a:tc>
                  <a:txBody>
                    <a:bodyPr/>
                    <a:lstStyle/>
                    <a:p>
                      <a:pPr lvl="0" algn="ctr">
                        <a:buNone/>
                      </a:pPr>
                      <a:r>
                        <a:rPr lang="en-US" sz="1800">
                          <a:effectLst/>
                        </a:rPr>
                        <a:t>Median</a:t>
                      </a:r>
                    </a:p>
                  </a:txBody>
                  <a:tcPr marL="137160" marR="137160" marT="137160" marB="137160" anchor="ctr"/>
                </a:tc>
                <a:tc>
                  <a:txBody>
                    <a:bodyPr/>
                    <a:lstStyle/>
                    <a:p>
                      <a:pPr lvl="0" algn="ctr">
                        <a:buNone/>
                      </a:pPr>
                      <a:r>
                        <a:rPr lang="en-US" sz="1800">
                          <a:effectLst/>
                        </a:rPr>
                        <a:t>Q3</a:t>
                      </a:r>
                    </a:p>
                  </a:txBody>
                  <a:tcPr marL="137160" marR="137160" marT="137160" marB="137160" anchor="ctr"/>
                </a:tc>
                <a:extLst>
                  <a:ext uri="{0D108BD9-81ED-4DB2-BD59-A6C34878D82A}">
                    <a16:rowId xmlns:a16="http://schemas.microsoft.com/office/drawing/2014/main" val="2153635006"/>
                  </a:ext>
                </a:extLst>
              </a:tr>
              <a:tr h="690589">
                <a:tc>
                  <a:txBody>
                    <a:bodyPr/>
                    <a:lstStyle/>
                    <a:p>
                      <a:pPr algn="ctr">
                        <a:buNone/>
                      </a:pPr>
                      <a:r>
                        <a:rPr lang="en-US" sz="1800">
                          <a:effectLst/>
                        </a:rPr>
                        <a:t>Temperature</a:t>
                      </a:r>
                    </a:p>
                  </a:txBody>
                  <a:tcPr marL="137160" marR="137160" marT="137160" marB="137160" anchor="ctr"/>
                </a:tc>
                <a:tc>
                  <a:txBody>
                    <a:bodyPr/>
                    <a:lstStyle/>
                    <a:p>
                      <a:pPr algn="ctr">
                        <a:buNone/>
                      </a:pPr>
                      <a:r>
                        <a:rPr lang="en-US" sz="1800">
                          <a:effectLst/>
                        </a:rPr>
                        <a:t>73.39</a:t>
                      </a:r>
                    </a:p>
                  </a:txBody>
                  <a:tcPr marL="137160" marR="137160" marT="137160" marB="137160" anchor="ctr"/>
                </a:tc>
                <a:tc>
                  <a:txBody>
                    <a:bodyPr/>
                    <a:lstStyle/>
                    <a:p>
                      <a:pPr algn="ctr">
                        <a:buNone/>
                      </a:pPr>
                      <a:r>
                        <a:rPr lang="en-US" sz="1800">
                          <a:effectLst/>
                        </a:rPr>
                        <a:t>10.34</a:t>
                      </a:r>
                    </a:p>
                  </a:txBody>
                  <a:tcPr marL="137160" marR="137160" marT="137160" marB="137160" anchor="ctr"/>
                </a:tc>
                <a:tc>
                  <a:txBody>
                    <a:bodyPr/>
                    <a:lstStyle/>
                    <a:p>
                      <a:pPr lvl="0" algn="ctr">
                        <a:buNone/>
                      </a:pPr>
                      <a:r>
                        <a:rPr lang="en-US" sz="1800">
                          <a:effectLst/>
                        </a:rPr>
                        <a:t>68.00</a:t>
                      </a:r>
                    </a:p>
                  </a:txBody>
                  <a:tcPr marL="137160" marR="137160" marT="137160" marB="137160" anchor="ctr"/>
                </a:tc>
                <a:tc>
                  <a:txBody>
                    <a:bodyPr/>
                    <a:lstStyle/>
                    <a:p>
                      <a:pPr lvl="0" algn="ctr">
                        <a:buNone/>
                      </a:pPr>
                      <a:r>
                        <a:rPr lang="en-US" sz="1800">
                          <a:effectLst/>
                        </a:rPr>
                        <a:t>73.00</a:t>
                      </a:r>
                    </a:p>
                  </a:txBody>
                  <a:tcPr marL="137160" marR="137160" marT="137160" marB="137160" anchor="ctr"/>
                </a:tc>
                <a:tc>
                  <a:txBody>
                    <a:bodyPr/>
                    <a:lstStyle/>
                    <a:p>
                      <a:pPr lvl="0" algn="ctr">
                        <a:buNone/>
                      </a:pPr>
                      <a:r>
                        <a:rPr lang="en-US" sz="1800">
                          <a:effectLst/>
                        </a:rPr>
                        <a:t>80.00</a:t>
                      </a:r>
                    </a:p>
                  </a:txBody>
                  <a:tcPr marL="137160" marR="137160" marT="137160" marB="137160" anchor="ctr"/>
                </a:tc>
                <a:extLst>
                  <a:ext uri="{0D108BD9-81ED-4DB2-BD59-A6C34878D82A}">
                    <a16:rowId xmlns:a16="http://schemas.microsoft.com/office/drawing/2014/main" val="3712456749"/>
                  </a:ext>
                </a:extLst>
              </a:tr>
            </a:tbl>
          </a:graphicData>
        </a:graphic>
      </p:graphicFrame>
      <p:graphicFrame>
        <p:nvGraphicFramePr>
          <p:cNvPr id="15" name="Table 14">
            <a:extLst>
              <a:ext uri="{FF2B5EF4-FFF2-40B4-BE49-F238E27FC236}">
                <a16:creationId xmlns:a16="http://schemas.microsoft.com/office/drawing/2014/main" id="{4EE42BED-11AE-015D-A9F9-6E8C75AF02CC}"/>
              </a:ext>
            </a:extLst>
          </p:cNvPr>
          <p:cNvGraphicFramePr>
            <a:graphicFrameLocks noGrp="1"/>
          </p:cNvGraphicFramePr>
          <p:nvPr>
            <p:extLst>
              <p:ext uri="{D42A27DB-BD31-4B8C-83A1-F6EECF244321}">
                <p14:modId xmlns:p14="http://schemas.microsoft.com/office/powerpoint/2010/main" val="579610947"/>
              </p:ext>
            </p:extLst>
          </p:nvPr>
        </p:nvGraphicFramePr>
        <p:xfrm>
          <a:off x="3816625" y="3101008"/>
          <a:ext cx="4522424" cy="7131124"/>
        </p:xfrm>
        <a:graphic>
          <a:graphicData uri="http://schemas.openxmlformats.org/drawingml/2006/table">
            <a:tbl>
              <a:tblPr firstRow="1" bandRow="1">
                <a:tableStyleId>{21E4AEA4-8DFA-4A89-87EB-49C32662AFE0}</a:tableStyleId>
              </a:tblPr>
              <a:tblGrid>
                <a:gridCol w="1725703">
                  <a:extLst>
                    <a:ext uri="{9D8B030D-6E8A-4147-A177-3AD203B41FA5}">
                      <a16:colId xmlns:a16="http://schemas.microsoft.com/office/drawing/2014/main" val="3402152082"/>
                    </a:ext>
                  </a:extLst>
                </a:gridCol>
                <a:gridCol w="1295133">
                  <a:extLst>
                    <a:ext uri="{9D8B030D-6E8A-4147-A177-3AD203B41FA5}">
                      <a16:colId xmlns:a16="http://schemas.microsoft.com/office/drawing/2014/main" val="2520064777"/>
                    </a:ext>
                  </a:extLst>
                </a:gridCol>
                <a:gridCol w="1501588">
                  <a:extLst>
                    <a:ext uri="{9D8B030D-6E8A-4147-A177-3AD203B41FA5}">
                      <a16:colId xmlns:a16="http://schemas.microsoft.com/office/drawing/2014/main" val="3861711645"/>
                    </a:ext>
                  </a:extLst>
                </a:gridCol>
              </a:tblGrid>
              <a:tr h="685501">
                <a:tc>
                  <a:txBody>
                    <a:bodyPr/>
                    <a:lstStyle/>
                    <a:p>
                      <a:pPr algn="ctr">
                        <a:buNone/>
                      </a:pPr>
                      <a:r>
                        <a:rPr lang="en-US" sz="1600">
                          <a:effectLst/>
                        </a:rPr>
                        <a:t>Variable</a:t>
                      </a:r>
                    </a:p>
                  </a:txBody>
                  <a:tcPr marL="137160" marR="137160" marT="137160" marB="137160" anchor="ctr"/>
                </a:tc>
                <a:tc>
                  <a:txBody>
                    <a:bodyPr/>
                    <a:lstStyle/>
                    <a:p>
                      <a:pPr algn="ctr">
                        <a:buNone/>
                      </a:pPr>
                      <a:r>
                        <a:rPr lang="en-US" sz="1600">
                          <a:effectLst/>
                        </a:rPr>
                        <a:t>Unique Values</a:t>
                      </a:r>
                    </a:p>
                  </a:txBody>
                  <a:tcPr marL="137160" marR="137160" marT="137160" marB="137160" anchor="ctr"/>
                </a:tc>
                <a:tc>
                  <a:txBody>
                    <a:bodyPr/>
                    <a:lstStyle/>
                    <a:p>
                      <a:pPr algn="ctr">
                        <a:buNone/>
                      </a:pPr>
                      <a:r>
                        <a:rPr lang="en-US" sz="1600">
                          <a:effectLst/>
                        </a:rPr>
                        <a:t>Most Common</a:t>
                      </a:r>
                    </a:p>
                  </a:txBody>
                  <a:tcPr marL="137160" marR="137160" marT="137160" marB="137160" anchor="ctr"/>
                </a:tc>
                <a:extLst>
                  <a:ext uri="{0D108BD9-81ED-4DB2-BD59-A6C34878D82A}">
                    <a16:rowId xmlns:a16="http://schemas.microsoft.com/office/drawing/2014/main" val="2153635006"/>
                  </a:ext>
                </a:extLst>
              </a:tr>
              <a:tr h="504045">
                <a:tc>
                  <a:txBody>
                    <a:bodyPr/>
                    <a:lstStyle/>
                    <a:p>
                      <a:pPr algn="ctr">
                        <a:buNone/>
                      </a:pPr>
                      <a:r>
                        <a:rPr lang="en-US" sz="1600">
                          <a:effectLst/>
                        </a:rPr>
                        <a:t>Home Team</a:t>
                      </a:r>
                    </a:p>
                  </a:txBody>
                  <a:tcPr marL="137160" marR="137160" marT="137160" marB="137160" anchor="ctr"/>
                </a:tc>
                <a:tc>
                  <a:txBody>
                    <a:bodyPr/>
                    <a:lstStyle/>
                    <a:p>
                      <a:pPr algn="ctr">
                        <a:buNone/>
                      </a:pPr>
                      <a:r>
                        <a:rPr lang="en-US" sz="1600">
                          <a:effectLst/>
                        </a:rPr>
                        <a:t>30</a:t>
                      </a:r>
                    </a:p>
                  </a:txBody>
                  <a:tcPr marL="137160" marR="137160" marT="137160" marB="137160" anchor="ctr"/>
                </a:tc>
                <a:tc>
                  <a:txBody>
                    <a:bodyPr/>
                    <a:lstStyle/>
                    <a:p>
                      <a:pPr algn="ctr">
                        <a:buNone/>
                      </a:pPr>
                      <a:r>
                        <a:rPr lang="en-US" sz="1600">
                          <a:effectLst/>
                        </a:rPr>
                        <a:t>LAD</a:t>
                      </a:r>
                    </a:p>
                  </a:txBody>
                  <a:tcPr marL="137160" marR="137160" marT="137160" marB="137160" anchor="ctr"/>
                </a:tc>
                <a:extLst>
                  <a:ext uri="{0D108BD9-81ED-4DB2-BD59-A6C34878D82A}">
                    <a16:rowId xmlns:a16="http://schemas.microsoft.com/office/drawing/2014/main" val="3712456749"/>
                  </a:ext>
                </a:extLst>
              </a:tr>
              <a:tr h="504045">
                <a:tc>
                  <a:txBody>
                    <a:bodyPr/>
                    <a:lstStyle/>
                    <a:p>
                      <a:pPr algn="ctr">
                        <a:buNone/>
                      </a:pPr>
                      <a:r>
                        <a:rPr lang="en-US" sz="1600">
                          <a:effectLst/>
                        </a:rPr>
                        <a:t>Away Team</a:t>
                      </a:r>
                    </a:p>
                  </a:txBody>
                  <a:tcPr marL="137160" marR="137160" marT="137160" marB="137160" anchor="ctr"/>
                </a:tc>
                <a:tc>
                  <a:txBody>
                    <a:bodyPr/>
                    <a:lstStyle/>
                    <a:p>
                      <a:pPr algn="ctr">
                        <a:buNone/>
                      </a:pPr>
                      <a:r>
                        <a:rPr lang="en-US" sz="1600">
                          <a:effectLst/>
                        </a:rPr>
                        <a:t>30</a:t>
                      </a:r>
                    </a:p>
                  </a:txBody>
                  <a:tcPr marL="137160" marR="137160" marT="137160" marB="137160" anchor="ctr"/>
                </a:tc>
                <a:tc>
                  <a:txBody>
                    <a:bodyPr/>
                    <a:lstStyle/>
                    <a:p>
                      <a:pPr algn="ctr">
                        <a:buNone/>
                      </a:pPr>
                      <a:r>
                        <a:rPr lang="en-US" sz="1600">
                          <a:effectLst/>
                        </a:rPr>
                        <a:t>LAD</a:t>
                      </a:r>
                    </a:p>
                  </a:txBody>
                  <a:tcPr marL="137160" marR="137160" marT="137160" marB="137160" anchor="ctr"/>
                </a:tc>
                <a:extLst>
                  <a:ext uri="{0D108BD9-81ED-4DB2-BD59-A6C34878D82A}">
                    <a16:rowId xmlns:a16="http://schemas.microsoft.com/office/drawing/2014/main" val="3854882914"/>
                  </a:ext>
                </a:extLst>
              </a:tr>
              <a:tr h="504045">
                <a:tc>
                  <a:txBody>
                    <a:bodyPr/>
                    <a:lstStyle/>
                    <a:p>
                      <a:pPr algn="ctr">
                        <a:buNone/>
                      </a:pPr>
                      <a:r>
                        <a:rPr lang="en-US" sz="1600">
                          <a:effectLst/>
                        </a:rPr>
                        <a:t>Venue Name</a:t>
                      </a:r>
                    </a:p>
                  </a:txBody>
                  <a:tcPr marL="137160" marR="137160" marT="137160" marB="137160" anchor="ctr"/>
                </a:tc>
                <a:tc>
                  <a:txBody>
                    <a:bodyPr/>
                    <a:lstStyle/>
                    <a:p>
                      <a:pPr algn="ctr">
                        <a:buNone/>
                      </a:pPr>
                      <a:r>
                        <a:rPr lang="en-US" sz="1600">
                          <a:effectLst/>
                        </a:rPr>
                        <a:t>53</a:t>
                      </a:r>
                    </a:p>
                  </a:txBody>
                  <a:tcPr marL="137160" marR="137160" marT="137160" marB="137160" anchor="ctr"/>
                </a:tc>
                <a:tc>
                  <a:txBody>
                    <a:bodyPr/>
                    <a:lstStyle/>
                    <a:p>
                      <a:pPr algn="ctr">
                        <a:buNone/>
                      </a:pPr>
                      <a:r>
                        <a:rPr lang="en-US" sz="1600">
                          <a:effectLst/>
                        </a:rPr>
                        <a:t>Citi Field</a:t>
                      </a:r>
                    </a:p>
                  </a:txBody>
                  <a:tcPr marL="137160" marR="137160" marT="137160" marB="137160" anchor="ctr"/>
                </a:tc>
                <a:extLst>
                  <a:ext uri="{0D108BD9-81ED-4DB2-BD59-A6C34878D82A}">
                    <a16:rowId xmlns:a16="http://schemas.microsoft.com/office/drawing/2014/main" val="4193916896"/>
                  </a:ext>
                </a:extLst>
              </a:tr>
              <a:tr h="504045">
                <a:tc>
                  <a:txBody>
                    <a:bodyPr/>
                    <a:lstStyle/>
                    <a:p>
                      <a:pPr algn="ctr">
                        <a:buNone/>
                      </a:pPr>
                      <a:r>
                        <a:rPr lang="en-US" sz="1600">
                          <a:effectLst/>
                        </a:rPr>
                        <a:t>Game Type</a:t>
                      </a:r>
                    </a:p>
                  </a:txBody>
                  <a:tcPr marL="137160" marR="137160" marT="137160" marB="137160" anchor="ctr"/>
                </a:tc>
                <a:tc>
                  <a:txBody>
                    <a:bodyPr/>
                    <a:lstStyle/>
                    <a:p>
                      <a:pPr algn="ctr">
                        <a:buNone/>
                      </a:pPr>
                      <a:r>
                        <a:rPr lang="en-US" sz="1600">
                          <a:effectLst/>
                        </a:rPr>
                        <a:t>5</a:t>
                      </a:r>
                    </a:p>
                  </a:txBody>
                  <a:tcPr marL="137160" marR="137160" marT="137160" marB="137160" anchor="ctr"/>
                </a:tc>
                <a:tc>
                  <a:txBody>
                    <a:bodyPr/>
                    <a:lstStyle/>
                    <a:p>
                      <a:pPr algn="ctr">
                        <a:buNone/>
                      </a:pPr>
                      <a:r>
                        <a:rPr lang="en-US" sz="1600">
                          <a:effectLst/>
                        </a:rPr>
                        <a:t>R</a:t>
                      </a:r>
                    </a:p>
                  </a:txBody>
                  <a:tcPr marL="137160" marR="137160" marT="137160" marB="137160" anchor="ctr"/>
                </a:tc>
                <a:extLst>
                  <a:ext uri="{0D108BD9-81ED-4DB2-BD59-A6C34878D82A}">
                    <a16:rowId xmlns:a16="http://schemas.microsoft.com/office/drawing/2014/main" val="2367386839"/>
                  </a:ext>
                </a:extLst>
              </a:tr>
              <a:tr h="504045">
                <a:tc>
                  <a:txBody>
                    <a:bodyPr/>
                    <a:lstStyle/>
                    <a:p>
                      <a:pPr algn="ctr">
                        <a:buNone/>
                      </a:pPr>
                      <a:r>
                        <a:rPr lang="en-US" sz="1600">
                          <a:effectLst/>
                        </a:rPr>
                        <a:t>Day of Week</a:t>
                      </a:r>
                    </a:p>
                  </a:txBody>
                  <a:tcPr marL="137160" marR="137160" marT="137160" marB="137160" anchor="ctr"/>
                </a:tc>
                <a:tc>
                  <a:txBody>
                    <a:bodyPr/>
                    <a:lstStyle/>
                    <a:p>
                      <a:pPr algn="ctr">
                        <a:buNone/>
                      </a:pPr>
                      <a:r>
                        <a:rPr lang="en-US" sz="1600">
                          <a:effectLst/>
                        </a:rPr>
                        <a:t>5</a:t>
                      </a:r>
                    </a:p>
                  </a:txBody>
                  <a:tcPr marL="137160" marR="137160" marT="137160" marB="137160" anchor="ctr"/>
                </a:tc>
                <a:tc>
                  <a:txBody>
                    <a:bodyPr/>
                    <a:lstStyle/>
                    <a:p>
                      <a:pPr algn="ctr">
                        <a:buNone/>
                      </a:pPr>
                      <a:r>
                        <a:rPr lang="en-US" sz="1600">
                          <a:effectLst/>
                        </a:rPr>
                        <a:t>Friday</a:t>
                      </a:r>
                    </a:p>
                  </a:txBody>
                  <a:tcPr marL="137160" marR="137160" marT="137160" marB="137160" anchor="ctr"/>
                </a:tc>
                <a:extLst>
                  <a:ext uri="{0D108BD9-81ED-4DB2-BD59-A6C34878D82A}">
                    <a16:rowId xmlns:a16="http://schemas.microsoft.com/office/drawing/2014/main" val="3722163392"/>
                  </a:ext>
                </a:extLst>
              </a:tr>
              <a:tr h="504045">
                <a:tc>
                  <a:txBody>
                    <a:bodyPr/>
                    <a:lstStyle/>
                    <a:p>
                      <a:pPr algn="ctr">
                        <a:buNone/>
                      </a:pPr>
                      <a:r>
                        <a:rPr lang="en-US" sz="1600">
                          <a:effectLst/>
                        </a:rPr>
                        <a:t>Start Time</a:t>
                      </a:r>
                    </a:p>
                  </a:txBody>
                  <a:tcPr marL="137160" marR="137160" marT="137160" marB="137160" anchor="ctr"/>
                </a:tc>
                <a:tc>
                  <a:txBody>
                    <a:bodyPr/>
                    <a:lstStyle/>
                    <a:p>
                      <a:pPr algn="ctr">
                        <a:buNone/>
                      </a:pPr>
                      <a:r>
                        <a:rPr lang="en-US" sz="1600">
                          <a:effectLst/>
                        </a:rPr>
                        <a:t>7</a:t>
                      </a:r>
                    </a:p>
                  </a:txBody>
                  <a:tcPr marL="137160" marR="137160" marT="137160" marB="137160" anchor="ctr"/>
                </a:tc>
                <a:tc>
                  <a:txBody>
                    <a:bodyPr/>
                    <a:lstStyle/>
                    <a:p>
                      <a:pPr algn="ctr">
                        <a:buNone/>
                      </a:pPr>
                      <a:r>
                        <a:rPr lang="en-US" sz="1600">
                          <a:effectLst/>
                        </a:rPr>
                        <a:t>7 PM</a:t>
                      </a:r>
                    </a:p>
                  </a:txBody>
                  <a:tcPr marL="137160" marR="137160" marT="137160" marB="137160" anchor="ctr"/>
                </a:tc>
                <a:extLst>
                  <a:ext uri="{0D108BD9-81ED-4DB2-BD59-A6C34878D82A}">
                    <a16:rowId xmlns:a16="http://schemas.microsoft.com/office/drawing/2014/main" val="4190932014"/>
                  </a:ext>
                </a:extLst>
              </a:tr>
              <a:tr h="685501">
                <a:tc>
                  <a:txBody>
                    <a:bodyPr/>
                    <a:lstStyle/>
                    <a:p>
                      <a:pPr lvl="0" algn="ctr">
                        <a:buNone/>
                      </a:pPr>
                      <a:r>
                        <a:rPr lang="en-US" sz="1600">
                          <a:effectLst/>
                        </a:rPr>
                        <a:t>Part of Season</a:t>
                      </a:r>
                    </a:p>
                  </a:txBody>
                  <a:tcPr marL="137160" marR="137160" marT="137160" marB="137160" anchor="ctr"/>
                </a:tc>
                <a:tc>
                  <a:txBody>
                    <a:bodyPr/>
                    <a:lstStyle/>
                    <a:p>
                      <a:pPr lvl="0" algn="ctr">
                        <a:buNone/>
                      </a:pPr>
                      <a:r>
                        <a:rPr lang="en-US" sz="1600">
                          <a:effectLst/>
                        </a:rPr>
                        <a:t>4</a:t>
                      </a:r>
                    </a:p>
                  </a:txBody>
                  <a:tcPr marL="137160" marR="137160" marT="137160" marB="137160" anchor="ctr"/>
                </a:tc>
                <a:tc>
                  <a:txBody>
                    <a:bodyPr/>
                    <a:lstStyle/>
                    <a:p>
                      <a:pPr lvl="0" algn="ctr">
                        <a:buNone/>
                      </a:pPr>
                      <a:r>
                        <a:rPr lang="en-US" sz="1600">
                          <a:effectLst/>
                        </a:rPr>
                        <a:t>1, 2</a:t>
                      </a:r>
                    </a:p>
                  </a:txBody>
                  <a:tcPr marL="137160" marR="137160" marT="137160" marB="137160" anchor="ctr"/>
                </a:tc>
                <a:extLst>
                  <a:ext uri="{0D108BD9-81ED-4DB2-BD59-A6C34878D82A}">
                    <a16:rowId xmlns:a16="http://schemas.microsoft.com/office/drawing/2014/main" val="3204032435"/>
                  </a:ext>
                </a:extLst>
              </a:tr>
              <a:tr h="685501">
                <a:tc>
                  <a:txBody>
                    <a:bodyPr/>
                    <a:lstStyle/>
                    <a:p>
                      <a:pPr lvl="0" algn="ctr">
                        <a:buNone/>
                      </a:pPr>
                      <a:r>
                        <a:rPr lang="en-US" sz="1600">
                          <a:effectLst/>
                        </a:rPr>
                        <a:t>Other Weather</a:t>
                      </a:r>
                    </a:p>
                  </a:txBody>
                  <a:tcPr marL="137160" marR="137160" marT="137160" marB="137160" anchor="ctr"/>
                </a:tc>
                <a:tc>
                  <a:txBody>
                    <a:bodyPr/>
                    <a:lstStyle/>
                    <a:p>
                      <a:pPr lvl="0" algn="ctr">
                        <a:buNone/>
                      </a:pPr>
                      <a:r>
                        <a:rPr lang="en-US" sz="1600">
                          <a:effectLst/>
                        </a:rPr>
                        <a:t>10</a:t>
                      </a:r>
                    </a:p>
                  </a:txBody>
                  <a:tcPr marL="137160" marR="137160" marT="137160" marB="137160" anchor="ctr"/>
                </a:tc>
                <a:tc>
                  <a:txBody>
                    <a:bodyPr/>
                    <a:lstStyle/>
                    <a:p>
                      <a:pPr lvl="0" algn="ctr">
                        <a:buNone/>
                      </a:pPr>
                      <a:r>
                        <a:rPr lang="en-US" sz="1600">
                          <a:effectLst/>
                        </a:rPr>
                        <a:t>Partly Cloudy</a:t>
                      </a:r>
                    </a:p>
                  </a:txBody>
                  <a:tcPr marL="137160" marR="137160" marT="137160" marB="137160" anchor="ctr"/>
                </a:tc>
                <a:extLst>
                  <a:ext uri="{0D108BD9-81ED-4DB2-BD59-A6C34878D82A}">
                    <a16:rowId xmlns:a16="http://schemas.microsoft.com/office/drawing/2014/main" val="1630871888"/>
                  </a:ext>
                </a:extLst>
              </a:tr>
              <a:tr h="685501">
                <a:tc>
                  <a:txBody>
                    <a:bodyPr/>
                    <a:lstStyle/>
                    <a:p>
                      <a:pPr lvl="0" algn="ctr">
                        <a:buNone/>
                      </a:pPr>
                      <a:r>
                        <a:rPr lang="en-US" sz="1600">
                          <a:effectLst/>
                        </a:rPr>
                        <a:t>Division Game</a:t>
                      </a:r>
                    </a:p>
                  </a:txBody>
                  <a:tcPr marL="137160" marR="137160" marT="137160" marB="137160" anchor="ctr"/>
                </a:tc>
                <a:tc>
                  <a:txBody>
                    <a:bodyPr/>
                    <a:lstStyle/>
                    <a:p>
                      <a:pPr lvl="0" algn="ctr">
                        <a:buNone/>
                      </a:pPr>
                      <a:r>
                        <a:rPr lang="en-US" sz="1600">
                          <a:effectLst/>
                        </a:rPr>
                        <a:t>2</a:t>
                      </a:r>
                    </a:p>
                  </a:txBody>
                  <a:tcPr marL="137160" marR="137160" marT="137160" marB="137160" anchor="ctr"/>
                </a:tc>
                <a:tc>
                  <a:txBody>
                    <a:bodyPr/>
                    <a:lstStyle/>
                    <a:p>
                      <a:pPr lvl="0" algn="ctr">
                        <a:buNone/>
                      </a:pPr>
                      <a:r>
                        <a:rPr lang="en-US" sz="1600">
                          <a:effectLst/>
                        </a:rPr>
                        <a:t>0</a:t>
                      </a:r>
                    </a:p>
                  </a:txBody>
                  <a:tcPr marL="137160" marR="137160" marT="137160" marB="137160" anchor="ctr"/>
                </a:tc>
                <a:extLst>
                  <a:ext uri="{0D108BD9-81ED-4DB2-BD59-A6C34878D82A}">
                    <a16:rowId xmlns:a16="http://schemas.microsoft.com/office/drawing/2014/main" val="2995996695"/>
                  </a:ext>
                </a:extLst>
              </a:tr>
              <a:tr h="685501">
                <a:tc>
                  <a:txBody>
                    <a:bodyPr/>
                    <a:lstStyle/>
                    <a:p>
                      <a:pPr lvl="0" algn="ctr">
                        <a:buNone/>
                      </a:pPr>
                      <a:r>
                        <a:rPr lang="en-US" sz="1600">
                          <a:effectLst/>
                        </a:rPr>
                        <a:t>AL or NL Game</a:t>
                      </a:r>
                    </a:p>
                  </a:txBody>
                  <a:tcPr marL="137160" marR="137160" marT="137160" marB="137160" anchor="ctr"/>
                </a:tc>
                <a:tc>
                  <a:txBody>
                    <a:bodyPr/>
                    <a:lstStyle/>
                    <a:p>
                      <a:pPr lvl="0" algn="ctr">
                        <a:buNone/>
                      </a:pPr>
                      <a:r>
                        <a:rPr lang="en-US" sz="1600">
                          <a:effectLst/>
                        </a:rPr>
                        <a:t>2</a:t>
                      </a:r>
                    </a:p>
                  </a:txBody>
                  <a:tcPr marL="137160" marR="137160" marT="137160" marB="137160" anchor="ctr"/>
                </a:tc>
                <a:tc>
                  <a:txBody>
                    <a:bodyPr/>
                    <a:lstStyle/>
                    <a:p>
                      <a:pPr lvl="0" algn="ctr">
                        <a:buNone/>
                      </a:pPr>
                      <a:r>
                        <a:rPr lang="en-US" sz="1600">
                          <a:effectLst/>
                        </a:rPr>
                        <a:t>0</a:t>
                      </a:r>
                    </a:p>
                  </a:txBody>
                  <a:tcPr marL="137160" marR="137160" marT="137160" marB="137160" anchor="ctr"/>
                </a:tc>
                <a:extLst>
                  <a:ext uri="{0D108BD9-81ED-4DB2-BD59-A6C34878D82A}">
                    <a16:rowId xmlns:a16="http://schemas.microsoft.com/office/drawing/2014/main" val="4141614896"/>
                  </a:ext>
                </a:extLst>
              </a:tr>
              <a:tr h="504045">
                <a:tc>
                  <a:txBody>
                    <a:bodyPr/>
                    <a:lstStyle/>
                    <a:p>
                      <a:pPr lvl="0" algn="ctr">
                        <a:buNone/>
                      </a:pPr>
                      <a:r>
                        <a:rPr lang="en-US" sz="1600">
                          <a:effectLst/>
                        </a:rPr>
                        <a:t>COVID</a:t>
                      </a:r>
                    </a:p>
                  </a:txBody>
                  <a:tcPr marL="137160" marR="137160" marT="137160" marB="137160" anchor="ctr"/>
                </a:tc>
                <a:tc>
                  <a:txBody>
                    <a:bodyPr/>
                    <a:lstStyle/>
                    <a:p>
                      <a:pPr lvl="0" algn="ctr">
                        <a:buNone/>
                      </a:pPr>
                      <a:r>
                        <a:rPr lang="en-US" sz="1600">
                          <a:effectLst/>
                        </a:rPr>
                        <a:t>2</a:t>
                      </a:r>
                    </a:p>
                  </a:txBody>
                  <a:tcPr marL="137160" marR="137160" marT="137160" marB="137160" anchor="ctr"/>
                </a:tc>
                <a:tc>
                  <a:txBody>
                    <a:bodyPr/>
                    <a:lstStyle/>
                    <a:p>
                      <a:pPr lvl="0" algn="ctr">
                        <a:buNone/>
                      </a:pPr>
                      <a:r>
                        <a:rPr lang="en-US" sz="1600">
                          <a:effectLst/>
                        </a:rPr>
                        <a:t>0</a:t>
                      </a:r>
                    </a:p>
                  </a:txBody>
                  <a:tcPr marL="137160" marR="137160" marT="137160" marB="137160" anchor="ctr"/>
                </a:tc>
                <a:extLst>
                  <a:ext uri="{0D108BD9-81ED-4DB2-BD59-A6C34878D82A}">
                    <a16:rowId xmlns:a16="http://schemas.microsoft.com/office/drawing/2014/main" val="3929321208"/>
                  </a:ext>
                </a:extLst>
              </a:tr>
            </a:tbl>
          </a:graphicData>
        </a:graphic>
      </p:graphicFrame>
      <p:sp>
        <p:nvSpPr>
          <p:cNvPr id="19" name="TextBox 18">
            <a:extLst>
              <a:ext uri="{FF2B5EF4-FFF2-40B4-BE49-F238E27FC236}">
                <a16:creationId xmlns:a16="http://schemas.microsoft.com/office/drawing/2014/main" id="{7590CEB3-676B-7D36-8C7A-7F61336D44F6}"/>
              </a:ext>
            </a:extLst>
          </p:cNvPr>
          <p:cNvSpPr txBox="1"/>
          <p:nvPr/>
        </p:nvSpPr>
        <p:spPr>
          <a:xfrm>
            <a:off x="8617225" y="3354457"/>
            <a:ext cx="9144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Paalalabas Wide"/>
              </a:rPr>
              <a:t>Quantitative:</a:t>
            </a:r>
          </a:p>
          <a:p>
            <a:pPr algn="ctr"/>
            <a:endParaRPr lang="en-US"/>
          </a:p>
        </p:txBody>
      </p:sp>
      <p:sp>
        <p:nvSpPr>
          <p:cNvPr id="20" name="TextBox 19">
            <a:extLst>
              <a:ext uri="{FF2B5EF4-FFF2-40B4-BE49-F238E27FC236}">
                <a16:creationId xmlns:a16="http://schemas.microsoft.com/office/drawing/2014/main" id="{0123EA9A-48EC-84C4-C8F8-A91D26BFDA66}"/>
              </a:ext>
            </a:extLst>
          </p:cNvPr>
          <p:cNvSpPr txBox="1"/>
          <p:nvPr/>
        </p:nvSpPr>
        <p:spPr>
          <a:xfrm>
            <a:off x="1113180" y="3165614"/>
            <a:ext cx="9144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Paalalabas Wide"/>
              </a:rPr>
              <a:t>Categorical:</a:t>
            </a:r>
          </a:p>
          <a:p>
            <a:pPr algn="ctr"/>
            <a:endParaRPr lang="en-US"/>
          </a:p>
        </p:txBody>
      </p:sp>
    </p:spTree>
    <p:extLst>
      <p:ext uri="{BB962C8B-B14F-4D97-AF65-F5344CB8AC3E}">
        <p14:creationId xmlns:p14="http://schemas.microsoft.com/office/powerpoint/2010/main" val="959053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sp>
        <p:nvSpPr>
          <p:cNvPr id="3" name="Freeform 3"/>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rot="-937369">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6">
              <a:alphaModFix amt="46000"/>
            </a:blip>
            <a:stretch>
              <a:fillRect/>
            </a:stretch>
          </a:blipFill>
        </p:spPr>
      </p:sp>
      <p:sp>
        <p:nvSpPr>
          <p:cNvPr id="5" name="Freeform 5"/>
          <p:cNvSpPr/>
          <p:nvPr/>
        </p:nvSpPr>
        <p:spPr>
          <a:xfrm rot="-937369">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6">
              <a:alphaModFix amt="46000"/>
            </a:blip>
            <a:stretch>
              <a:fillRect/>
            </a:stretch>
          </a:blipFill>
        </p:spPr>
      </p:sp>
      <p:sp>
        <p:nvSpPr>
          <p:cNvPr id="7" name="Freeform 7"/>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3325997" y="613415"/>
            <a:ext cx="11636006" cy="1182996"/>
          </a:xfrm>
          <a:prstGeom prst="rect">
            <a:avLst/>
          </a:prstGeom>
        </p:spPr>
        <p:txBody>
          <a:bodyPr lIns="0" tIns="0" rIns="0" bIns="0" rtlCol="0" anchor="t">
            <a:spAutoFit/>
          </a:bodyPr>
          <a:lstStyle/>
          <a:p>
            <a:pPr algn="ctr">
              <a:lnSpc>
                <a:spcPts val="8390"/>
              </a:lnSpc>
            </a:pPr>
            <a:r>
              <a:rPr lang="en-US" sz="10109" spc="-293">
                <a:solidFill>
                  <a:srgbClr val="000000"/>
                </a:solidFill>
                <a:latin typeface="Paalalabas Wide"/>
                <a:ea typeface="Paalalabas Wide"/>
                <a:cs typeface="Paalalabas Wide"/>
                <a:sym typeface="Paalalabas Wide"/>
              </a:rPr>
              <a:t>DATA DESCRIPTION</a:t>
            </a:r>
          </a:p>
        </p:txBody>
      </p:sp>
      <p:sp>
        <p:nvSpPr>
          <p:cNvPr id="10" name="TextBox 10"/>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sp>
        <p:nvSpPr>
          <p:cNvPr id="11" name="TextBox 11"/>
          <p:cNvSpPr txBox="1"/>
          <p:nvPr/>
        </p:nvSpPr>
        <p:spPr>
          <a:xfrm>
            <a:off x="5429217" y="8286677"/>
            <a:ext cx="7429567" cy="967532"/>
          </a:xfrm>
          <a:prstGeom prst="rect">
            <a:avLst/>
          </a:prstGeom>
        </p:spPr>
        <p:txBody>
          <a:bodyPr lIns="0" tIns="0" rIns="0" bIns="0" rtlCol="0" anchor="t">
            <a:spAutoFit/>
          </a:bodyPr>
          <a:lstStyle/>
          <a:p>
            <a:pPr algn="ctr">
              <a:lnSpc>
                <a:spcPts val="3735"/>
              </a:lnSpc>
            </a:pPr>
            <a:r>
              <a:rPr lang="en-US" sz="3500" b="1" u="sng" spc="130">
                <a:solidFill>
                  <a:srgbClr val="000000"/>
                </a:solidFill>
                <a:latin typeface="Aristotelica Pro Bold"/>
                <a:ea typeface="Aristotelica Pro Bold"/>
                <a:cs typeface="Aristotelica Pro Bold"/>
                <a:sym typeface="Aristotelica Pro Bold"/>
              </a:rPr>
              <a:t>Graph 3</a:t>
            </a:r>
          </a:p>
          <a:p>
            <a:pPr algn="ctr">
              <a:lnSpc>
                <a:spcPts val="3735"/>
              </a:lnSpc>
            </a:pPr>
            <a:r>
              <a:rPr lang="en-US" sz="3500" spc="130">
                <a:solidFill>
                  <a:srgbClr val="000000"/>
                </a:solidFill>
                <a:latin typeface="Aristotelica Pro"/>
                <a:ea typeface="Aristotelica Pro"/>
                <a:cs typeface="Aristotelica Pro"/>
                <a:sym typeface="Aristotelica Pro"/>
              </a:rPr>
              <a:t>Game Time vs. Attendance</a:t>
            </a:r>
            <a:endParaRPr lang="en-US" sz="3500" spc="130">
              <a:solidFill>
                <a:srgbClr val="000000"/>
              </a:solidFill>
              <a:latin typeface="Aristotelica Pro"/>
              <a:ea typeface="Aristotelica Pro"/>
              <a:cs typeface="Aristotelica Pro"/>
            </a:endParaRPr>
          </a:p>
        </p:txBody>
      </p:sp>
      <p:sp>
        <p:nvSpPr>
          <p:cNvPr id="12" name="TextBox 11">
            <a:extLst>
              <a:ext uri="{FF2B5EF4-FFF2-40B4-BE49-F238E27FC236}">
                <a16:creationId xmlns:a16="http://schemas.microsoft.com/office/drawing/2014/main" id="{C9CBAB7C-1885-B387-C2B1-252C0F081B4A}"/>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0651EB98-CC5B-3570-50B0-2AE41EF7C396}"/>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53" name="Picture 52" descr="A graph with colored squares&#10;&#10;AI-generated content may be incorrect.">
            <a:extLst>
              <a:ext uri="{FF2B5EF4-FFF2-40B4-BE49-F238E27FC236}">
                <a16:creationId xmlns:a16="http://schemas.microsoft.com/office/drawing/2014/main" id="{1DC9E1F0-5820-5FC9-2FE0-34DC33687FFC}"/>
              </a:ext>
            </a:extLst>
          </p:cNvPr>
          <p:cNvPicPr>
            <a:picLocks noChangeAspect="1"/>
          </p:cNvPicPr>
          <p:nvPr/>
        </p:nvPicPr>
        <p:blipFill>
          <a:blip r:embed="rId9"/>
          <a:stretch>
            <a:fillRect/>
          </a:stretch>
        </p:blipFill>
        <p:spPr>
          <a:xfrm>
            <a:off x="3325228" y="1786689"/>
            <a:ext cx="11878175" cy="6268452"/>
          </a:xfrm>
          <a:prstGeom prst="rect">
            <a:avLst/>
          </a:prstGeom>
        </p:spPr>
      </p:pic>
      <p:sp>
        <p:nvSpPr>
          <p:cNvPr id="57" name="TextBox 56">
            <a:extLst>
              <a:ext uri="{FF2B5EF4-FFF2-40B4-BE49-F238E27FC236}">
                <a16:creationId xmlns:a16="http://schemas.microsoft.com/office/drawing/2014/main" id="{08F68E0B-26AA-8ECA-E07E-84E0F7650251}"/>
              </a:ext>
            </a:extLst>
          </p:cNvPr>
          <p:cNvSpPr txBox="1"/>
          <p:nvPr/>
        </p:nvSpPr>
        <p:spPr>
          <a:xfrm rot="-3060000">
            <a:off x="4579843" y="7229967"/>
            <a:ext cx="1269794" cy="381363"/>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Roboto"/>
                <a:ea typeface="Calibri"/>
                <a:cs typeface="Calibri"/>
              </a:rPr>
              <a:t>11AM 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B602C-8E93-FBB2-3AC1-6325B3DCD8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8F42178-D9C3-F222-4084-46C120E368C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8D25DCE1-B2C7-EABA-CD88-77074854E1C5}"/>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CF116A86-E8F2-F06C-342C-D5E3B527F489}"/>
              </a:ext>
            </a:extLst>
          </p:cNvPr>
          <p:cNvSpPr/>
          <p:nvPr/>
        </p:nvSpPr>
        <p:spPr>
          <a:xfrm rot="-937369">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624D4E13-113E-62B8-81C5-E338B2AB210E}"/>
              </a:ext>
            </a:extLst>
          </p:cNvPr>
          <p:cNvSpPr/>
          <p:nvPr/>
        </p:nvSpPr>
        <p:spPr>
          <a:xfrm rot="-937369">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C091E027-8ED7-0D6D-8715-A2853FE1CC07}"/>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F96823DB-8772-8562-1F24-7BDEA7D0DA26}"/>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a:extLst>
              <a:ext uri="{FF2B5EF4-FFF2-40B4-BE49-F238E27FC236}">
                <a16:creationId xmlns:a16="http://schemas.microsoft.com/office/drawing/2014/main" id="{9F403D23-B3FE-6701-6DE1-6EA4E13FF836}"/>
              </a:ext>
            </a:extLst>
          </p:cNvPr>
          <p:cNvSpPr/>
          <p:nvPr/>
        </p:nvSpPr>
        <p:spPr>
          <a:xfrm>
            <a:off x="4355697" y="1796410"/>
            <a:ext cx="9189633" cy="5995795"/>
          </a:xfrm>
          <a:custGeom>
            <a:avLst/>
            <a:gdLst/>
            <a:ahLst/>
            <a:cxnLst/>
            <a:rect l="l" t="t" r="r" b="b"/>
            <a:pathLst>
              <a:path w="9189633" h="5995795">
                <a:moveTo>
                  <a:pt x="0" y="0"/>
                </a:moveTo>
                <a:lnTo>
                  <a:pt x="9189633" y="0"/>
                </a:lnTo>
                <a:lnTo>
                  <a:pt x="9189633" y="5995795"/>
                </a:lnTo>
                <a:lnTo>
                  <a:pt x="0" y="5995795"/>
                </a:lnTo>
                <a:lnTo>
                  <a:pt x="0" y="0"/>
                </a:lnTo>
                <a:close/>
              </a:path>
            </a:pathLst>
          </a:custGeom>
          <a:blipFill>
            <a:blip r:embed="rId8"/>
            <a:stretch>
              <a:fillRect/>
            </a:stretch>
          </a:blipFill>
        </p:spPr>
      </p:sp>
      <p:sp>
        <p:nvSpPr>
          <p:cNvPr id="9" name="TextBox 9">
            <a:extLst>
              <a:ext uri="{FF2B5EF4-FFF2-40B4-BE49-F238E27FC236}">
                <a16:creationId xmlns:a16="http://schemas.microsoft.com/office/drawing/2014/main" id="{48906B53-EF76-0374-923E-189BBE9FDC75}"/>
              </a:ext>
            </a:extLst>
          </p:cNvPr>
          <p:cNvSpPr txBox="1"/>
          <p:nvPr/>
        </p:nvSpPr>
        <p:spPr>
          <a:xfrm>
            <a:off x="3325997" y="613415"/>
            <a:ext cx="11636006" cy="1182996"/>
          </a:xfrm>
          <a:prstGeom prst="rect">
            <a:avLst/>
          </a:prstGeom>
        </p:spPr>
        <p:txBody>
          <a:bodyPr lIns="0" tIns="0" rIns="0" bIns="0" rtlCol="0" anchor="t">
            <a:spAutoFit/>
          </a:bodyPr>
          <a:lstStyle/>
          <a:p>
            <a:pPr algn="ctr">
              <a:lnSpc>
                <a:spcPts val="8390"/>
              </a:lnSpc>
            </a:pPr>
            <a:r>
              <a:rPr lang="en-US" sz="10109" spc="-293">
                <a:solidFill>
                  <a:srgbClr val="000000"/>
                </a:solidFill>
                <a:latin typeface="Paalalabas Wide"/>
                <a:ea typeface="Paalalabas Wide"/>
                <a:cs typeface="Paalalabas Wide"/>
                <a:sym typeface="Paalalabas Wide"/>
              </a:rPr>
              <a:t>DATA DESCRIPTION</a:t>
            </a:r>
          </a:p>
        </p:txBody>
      </p:sp>
      <p:sp>
        <p:nvSpPr>
          <p:cNvPr id="10" name="TextBox 10">
            <a:extLst>
              <a:ext uri="{FF2B5EF4-FFF2-40B4-BE49-F238E27FC236}">
                <a16:creationId xmlns:a16="http://schemas.microsoft.com/office/drawing/2014/main" id="{6B7A762E-A606-D4DE-394E-E16AF854DF54}"/>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sp>
        <p:nvSpPr>
          <p:cNvPr id="11" name="TextBox 11">
            <a:extLst>
              <a:ext uri="{FF2B5EF4-FFF2-40B4-BE49-F238E27FC236}">
                <a16:creationId xmlns:a16="http://schemas.microsoft.com/office/drawing/2014/main" id="{1C92A4CF-5DBE-5512-E6B8-B9DDF8C3F613}"/>
              </a:ext>
            </a:extLst>
          </p:cNvPr>
          <p:cNvSpPr txBox="1"/>
          <p:nvPr/>
        </p:nvSpPr>
        <p:spPr>
          <a:xfrm>
            <a:off x="5429217" y="8286677"/>
            <a:ext cx="7429567" cy="967532"/>
          </a:xfrm>
          <a:prstGeom prst="rect">
            <a:avLst/>
          </a:prstGeom>
        </p:spPr>
        <p:txBody>
          <a:bodyPr lIns="0" tIns="0" rIns="0" bIns="0" rtlCol="0" anchor="t">
            <a:spAutoFit/>
          </a:bodyPr>
          <a:lstStyle/>
          <a:p>
            <a:pPr algn="ctr">
              <a:lnSpc>
                <a:spcPts val="3735"/>
              </a:lnSpc>
            </a:pPr>
            <a:r>
              <a:rPr lang="en-US" sz="3500" b="1" u="sng" spc="130">
                <a:solidFill>
                  <a:srgbClr val="000000"/>
                </a:solidFill>
                <a:latin typeface="Aristotelica Pro Bold"/>
                <a:ea typeface="Aristotelica Pro Bold"/>
                <a:cs typeface="Aristotelica Pro Bold"/>
                <a:sym typeface="Aristotelica Pro Bold"/>
              </a:rPr>
              <a:t>Graph 4</a:t>
            </a:r>
          </a:p>
          <a:p>
            <a:pPr algn="ctr">
              <a:lnSpc>
                <a:spcPts val="3735"/>
              </a:lnSpc>
            </a:pPr>
            <a:r>
              <a:rPr lang="en-US" sz="3500" spc="130">
                <a:solidFill>
                  <a:srgbClr val="000000"/>
                </a:solidFill>
                <a:latin typeface="Aristotelica Pro"/>
                <a:ea typeface="Aristotelica Pro"/>
                <a:cs typeface="Aristotelica Pro"/>
                <a:sym typeface="Aristotelica Pro"/>
              </a:rPr>
              <a:t>Day of the Week vs. Attendance</a:t>
            </a:r>
            <a:endParaRPr lang="en-US" sz="3500" spc="130">
              <a:solidFill>
                <a:srgbClr val="000000"/>
              </a:solidFill>
              <a:latin typeface="Aristotelica Pro"/>
              <a:ea typeface="Aristotelica Pro"/>
              <a:cs typeface="Aristotelica Pro"/>
            </a:endParaRPr>
          </a:p>
        </p:txBody>
      </p:sp>
      <p:sp>
        <p:nvSpPr>
          <p:cNvPr id="12" name="TextBox 11">
            <a:extLst>
              <a:ext uri="{FF2B5EF4-FFF2-40B4-BE49-F238E27FC236}">
                <a16:creationId xmlns:a16="http://schemas.microsoft.com/office/drawing/2014/main" id="{E03E2765-B418-3297-5BCF-D4493F0973E7}"/>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E7D2AE16-E9ED-752D-8C40-AB924ED9844A}"/>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7" name="TextBox 16">
            <a:extLst>
              <a:ext uri="{FF2B5EF4-FFF2-40B4-BE49-F238E27FC236}">
                <a16:creationId xmlns:a16="http://schemas.microsoft.com/office/drawing/2014/main" id="{86D74A9B-99B8-4A24-ECAD-E1E24C0CB680}"/>
              </a:ext>
            </a:extLst>
          </p:cNvPr>
          <p:cNvSpPr txBox="1"/>
          <p:nvPr/>
        </p:nvSpPr>
        <p:spPr>
          <a:xfrm>
            <a:off x="5292969" y="6805246"/>
            <a:ext cx="11254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Monday</a:t>
            </a:r>
            <a:endParaRPr lang="en-US" b="1"/>
          </a:p>
        </p:txBody>
      </p:sp>
      <p:sp>
        <p:nvSpPr>
          <p:cNvPr id="19" name="TextBox 18">
            <a:extLst>
              <a:ext uri="{FF2B5EF4-FFF2-40B4-BE49-F238E27FC236}">
                <a16:creationId xmlns:a16="http://schemas.microsoft.com/office/drawing/2014/main" id="{E0C031EA-B095-9195-BE04-704BC24E1243}"/>
              </a:ext>
            </a:extLst>
          </p:cNvPr>
          <p:cNvSpPr txBox="1"/>
          <p:nvPr/>
        </p:nvSpPr>
        <p:spPr>
          <a:xfrm>
            <a:off x="6541475" y="6805245"/>
            <a:ext cx="11254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Tuesday</a:t>
            </a:r>
            <a:endParaRPr lang="en-US" b="1"/>
          </a:p>
        </p:txBody>
      </p:sp>
      <p:sp>
        <p:nvSpPr>
          <p:cNvPr id="20" name="TextBox 19">
            <a:extLst>
              <a:ext uri="{FF2B5EF4-FFF2-40B4-BE49-F238E27FC236}">
                <a16:creationId xmlns:a16="http://schemas.microsoft.com/office/drawing/2014/main" id="{F0743B6B-3908-2E9F-7083-203EA2051FA3}"/>
              </a:ext>
            </a:extLst>
          </p:cNvPr>
          <p:cNvSpPr txBox="1"/>
          <p:nvPr/>
        </p:nvSpPr>
        <p:spPr>
          <a:xfrm>
            <a:off x="7543798" y="6805245"/>
            <a:ext cx="18112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Wednesday</a:t>
            </a:r>
            <a:endParaRPr lang="en-US" b="1"/>
          </a:p>
        </p:txBody>
      </p:sp>
      <p:sp>
        <p:nvSpPr>
          <p:cNvPr id="21" name="TextBox 20">
            <a:extLst>
              <a:ext uri="{FF2B5EF4-FFF2-40B4-BE49-F238E27FC236}">
                <a16:creationId xmlns:a16="http://schemas.microsoft.com/office/drawing/2014/main" id="{92C04408-8FC0-B259-108A-CE7B15F4C462}"/>
              </a:ext>
            </a:extLst>
          </p:cNvPr>
          <p:cNvSpPr txBox="1"/>
          <p:nvPr/>
        </p:nvSpPr>
        <p:spPr>
          <a:xfrm>
            <a:off x="8792307" y="6805245"/>
            <a:ext cx="11254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Thursday</a:t>
            </a:r>
            <a:endParaRPr lang="en-US" b="1"/>
          </a:p>
        </p:txBody>
      </p:sp>
      <p:sp>
        <p:nvSpPr>
          <p:cNvPr id="22" name="TextBox 21">
            <a:extLst>
              <a:ext uri="{FF2B5EF4-FFF2-40B4-BE49-F238E27FC236}">
                <a16:creationId xmlns:a16="http://schemas.microsoft.com/office/drawing/2014/main" id="{68A9EA16-0176-A39A-48AD-149451F134E4}"/>
              </a:ext>
            </a:extLst>
          </p:cNvPr>
          <p:cNvSpPr txBox="1"/>
          <p:nvPr/>
        </p:nvSpPr>
        <p:spPr>
          <a:xfrm>
            <a:off x="9917722" y="6805245"/>
            <a:ext cx="11254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Friday</a:t>
            </a:r>
            <a:endParaRPr lang="en-US" b="1"/>
          </a:p>
        </p:txBody>
      </p:sp>
      <p:sp>
        <p:nvSpPr>
          <p:cNvPr id="23" name="TextBox 22">
            <a:extLst>
              <a:ext uri="{FF2B5EF4-FFF2-40B4-BE49-F238E27FC236}">
                <a16:creationId xmlns:a16="http://schemas.microsoft.com/office/drawing/2014/main" id="{3B479EF9-6D31-7D72-4935-1ABDCAD400BC}"/>
              </a:ext>
            </a:extLst>
          </p:cNvPr>
          <p:cNvSpPr txBox="1"/>
          <p:nvPr/>
        </p:nvSpPr>
        <p:spPr>
          <a:xfrm>
            <a:off x="11043137" y="6805246"/>
            <a:ext cx="11254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Saturday</a:t>
            </a:r>
            <a:endParaRPr lang="en-US" b="1"/>
          </a:p>
        </p:txBody>
      </p:sp>
      <p:sp>
        <p:nvSpPr>
          <p:cNvPr id="24" name="TextBox 23">
            <a:extLst>
              <a:ext uri="{FF2B5EF4-FFF2-40B4-BE49-F238E27FC236}">
                <a16:creationId xmlns:a16="http://schemas.microsoft.com/office/drawing/2014/main" id="{BD771F45-25AF-90A6-BAEC-B9FC8732E1DB}"/>
              </a:ext>
            </a:extLst>
          </p:cNvPr>
          <p:cNvSpPr txBox="1"/>
          <p:nvPr/>
        </p:nvSpPr>
        <p:spPr>
          <a:xfrm>
            <a:off x="12300438" y="6805245"/>
            <a:ext cx="1125416"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Sunday</a:t>
            </a:r>
            <a:endParaRPr lang="en-US" b="1"/>
          </a:p>
        </p:txBody>
      </p:sp>
      <p:sp>
        <p:nvSpPr>
          <p:cNvPr id="25" name="TextBox 24">
            <a:extLst>
              <a:ext uri="{FF2B5EF4-FFF2-40B4-BE49-F238E27FC236}">
                <a16:creationId xmlns:a16="http://schemas.microsoft.com/office/drawing/2014/main" id="{F2C4C02E-D3EF-18E4-C15D-CB5293F93AB7}"/>
              </a:ext>
            </a:extLst>
          </p:cNvPr>
          <p:cNvSpPr txBox="1"/>
          <p:nvPr/>
        </p:nvSpPr>
        <p:spPr>
          <a:xfrm>
            <a:off x="5292969" y="7174523"/>
            <a:ext cx="7587762" cy="334163"/>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p>
        </p:txBody>
      </p:sp>
      <p:sp>
        <p:nvSpPr>
          <p:cNvPr id="26" name="TextBox 25">
            <a:extLst>
              <a:ext uri="{FF2B5EF4-FFF2-40B4-BE49-F238E27FC236}">
                <a16:creationId xmlns:a16="http://schemas.microsoft.com/office/drawing/2014/main" id="{71BAD701-9FCA-A54F-D368-7452704C7255}"/>
              </a:ext>
            </a:extLst>
          </p:cNvPr>
          <p:cNvSpPr txBox="1"/>
          <p:nvPr/>
        </p:nvSpPr>
        <p:spPr>
          <a:xfrm>
            <a:off x="8449407" y="7341576"/>
            <a:ext cx="1793631"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Day of Week</a:t>
            </a:r>
            <a:endParaRPr lang="en-US" b="1"/>
          </a:p>
        </p:txBody>
      </p:sp>
      <p:sp>
        <p:nvSpPr>
          <p:cNvPr id="27" name="TextBox 26">
            <a:extLst>
              <a:ext uri="{FF2B5EF4-FFF2-40B4-BE49-F238E27FC236}">
                <a16:creationId xmlns:a16="http://schemas.microsoft.com/office/drawing/2014/main" id="{E3A041B4-52DB-E4A4-3237-16A7D9595673}"/>
              </a:ext>
            </a:extLst>
          </p:cNvPr>
          <p:cNvSpPr txBox="1"/>
          <p:nvPr/>
        </p:nvSpPr>
        <p:spPr>
          <a:xfrm rot="16200000">
            <a:off x="3244361" y="3710353"/>
            <a:ext cx="2584938"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AVG Attendance</a:t>
            </a:r>
            <a:endParaRPr lang="en-US" b="1"/>
          </a:p>
        </p:txBody>
      </p:sp>
      <p:sp>
        <p:nvSpPr>
          <p:cNvPr id="28" name="TextBox 27">
            <a:extLst>
              <a:ext uri="{FF2B5EF4-FFF2-40B4-BE49-F238E27FC236}">
                <a16:creationId xmlns:a16="http://schemas.microsoft.com/office/drawing/2014/main" id="{75EA4202-D5B8-B187-536B-1ADE37DE2CB5}"/>
              </a:ext>
            </a:extLst>
          </p:cNvPr>
          <p:cNvSpPr txBox="1"/>
          <p:nvPr/>
        </p:nvSpPr>
        <p:spPr>
          <a:xfrm>
            <a:off x="4721468" y="6435969"/>
            <a:ext cx="404448"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0</a:t>
            </a:r>
            <a:endParaRPr lang="en-US" b="1"/>
          </a:p>
        </p:txBody>
      </p:sp>
      <p:sp>
        <p:nvSpPr>
          <p:cNvPr id="29" name="TextBox 28">
            <a:extLst>
              <a:ext uri="{FF2B5EF4-FFF2-40B4-BE49-F238E27FC236}">
                <a16:creationId xmlns:a16="http://schemas.microsoft.com/office/drawing/2014/main" id="{47A75558-6F7F-0F12-7E61-D7658705EDAD}"/>
              </a:ext>
            </a:extLst>
          </p:cNvPr>
          <p:cNvSpPr txBox="1"/>
          <p:nvPr/>
        </p:nvSpPr>
        <p:spPr>
          <a:xfrm>
            <a:off x="4352192" y="5547945"/>
            <a:ext cx="905608"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10,000</a:t>
            </a:r>
            <a:endParaRPr lang="en-US" b="1"/>
          </a:p>
        </p:txBody>
      </p:sp>
      <p:sp>
        <p:nvSpPr>
          <p:cNvPr id="30" name="TextBox 29">
            <a:extLst>
              <a:ext uri="{FF2B5EF4-FFF2-40B4-BE49-F238E27FC236}">
                <a16:creationId xmlns:a16="http://schemas.microsoft.com/office/drawing/2014/main" id="{F620198E-1CEE-63E7-4C6A-61EB12686E9E}"/>
              </a:ext>
            </a:extLst>
          </p:cNvPr>
          <p:cNvSpPr txBox="1"/>
          <p:nvPr/>
        </p:nvSpPr>
        <p:spPr>
          <a:xfrm rot="16200000">
            <a:off x="4009292" y="4106008"/>
            <a:ext cx="1802422" cy="360539"/>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p>
        </p:txBody>
      </p:sp>
      <p:sp>
        <p:nvSpPr>
          <p:cNvPr id="31" name="TextBox 30">
            <a:extLst>
              <a:ext uri="{FF2B5EF4-FFF2-40B4-BE49-F238E27FC236}">
                <a16:creationId xmlns:a16="http://schemas.microsoft.com/office/drawing/2014/main" id="{808F25D7-7D83-F5D5-D637-A80C1686440D}"/>
              </a:ext>
            </a:extLst>
          </p:cNvPr>
          <p:cNvSpPr txBox="1"/>
          <p:nvPr/>
        </p:nvSpPr>
        <p:spPr>
          <a:xfrm>
            <a:off x="4352191" y="2576145"/>
            <a:ext cx="870439"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40,000</a:t>
            </a:r>
            <a:endParaRPr lang="en-US" b="1"/>
          </a:p>
        </p:txBody>
      </p:sp>
      <p:sp>
        <p:nvSpPr>
          <p:cNvPr id="32" name="TextBox 31">
            <a:extLst>
              <a:ext uri="{FF2B5EF4-FFF2-40B4-BE49-F238E27FC236}">
                <a16:creationId xmlns:a16="http://schemas.microsoft.com/office/drawing/2014/main" id="{2C0E081F-4F51-728C-6C17-80855EF62281}"/>
              </a:ext>
            </a:extLst>
          </p:cNvPr>
          <p:cNvSpPr txBox="1"/>
          <p:nvPr/>
        </p:nvSpPr>
        <p:spPr>
          <a:xfrm>
            <a:off x="7192107" y="1802421"/>
            <a:ext cx="3789485" cy="369332"/>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Attendance by Day of Week</a:t>
            </a:r>
            <a:endParaRPr lang="en-US" b="1"/>
          </a:p>
        </p:txBody>
      </p:sp>
      <p:sp>
        <p:nvSpPr>
          <p:cNvPr id="33" name="TextBox 32">
            <a:extLst>
              <a:ext uri="{FF2B5EF4-FFF2-40B4-BE49-F238E27FC236}">
                <a16:creationId xmlns:a16="http://schemas.microsoft.com/office/drawing/2014/main" id="{04E49077-9AEE-44CD-CDE7-722DE7B06D9E}"/>
              </a:ext>
            </a:extLst>
          </p:cNvPr>
          <p:cNvSpPr txBox="1"/>
          <p:nvPr/>
        </p:nvSpPr>
        <p:spPr>
          <a:xfrm>
            <a:off x="5108329" y="1793630"/>
            <a:ext cx="2136532" cy="413293"/>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p>
        </p:txBody>
      </p:sp>
    </p:spTree>
    <p:extLst>
      <p:ext uri="{BB962C8B-B14F-4D97-AF65-F5344CB8AC3E}">
        <p14:creationId xmlns:p14="http://schemas.microsoft.com/office/powerpoint/2010/main" val="1963462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17B5-310D-3305-43EE-B40B050D91C2}"/>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D5CACB6C-B0A5-BE8F-FAB1-C15C2E437C88}"/>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4EF466F2-0DFF-376C-CF26-847838E9E09A}"/>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B068C412-EBDF-94FA-9EF1-3529D5380EA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1CF93E7D-BD6D-C1BF-0743-2ED1D1F93631}"/>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4373D41F-87C4-16D6-0D24-40737C32C97D}"/>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79ACEF27-F3F4-732F-F1DA-49F30051B5E1}"/>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11CE4048-F889-0AD0-534E-4FA238D28654}"/>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7CA6C87D-5EB3-EC83-7666-ADC5D1E7B139}"/>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2FAF8A5C-3AFF-46CD-ACE4-4503016BFC14}"/>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Residual Analysis</a:t>
              </a:r>
              <a:endParaRPr lang="en-US" sz="10109"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048E986C-5738-37B1-4B9C-7CFD5B918A02}"/>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D7F10627-C901-7A3E-DF07-002CED10A2B3}"/>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pic>
        <p:nvPicPr>
          <p:cNvPr id="17" name="Picture 16" descr="A group of graphs with numbers&#10;&#10;AI-generated content may be incorrect.">
            <a:extLst>
              <a:ext uri="{FF2B5EF4-FFF2-40B4-BE49-F238E27FC236}">
                <a16:creationId xmlns:a16="http://schemas.microsoft.com/office/drawing/2014/main" id="{AE9015B2-8DAD-C1B2-D23C-53D63C87F5E3}"/>
              </a:ext>
            </a:extLst>
          </p:cNvPr>
          <p:cNvPicPr>
            <a:picLocks noChangeAspect="1"/>
          </p:cNvPicPr>
          <p:nvPr/>
        </p:nvPicPr>
        <p:blipFill>
          <a:blip r:embed="rId8"/>
          <a:stretch>
            <a:fillRect/>
          </a:stretch>
        </p:blipFill>
        <p:spPr>
          <a:xfrm>
            <a:off x="2792895" y="2313332"/>
            <a:ext cx="12718773" cy="6422334"/>
          </a:xfrm>
          <a:prstGeom prst="rect">
            <a:avLst/>
          </a:prstGeom>
        </p:spPr>
      </p:pic>
    </p:spTree>
    <p:extLst>
      <p:ext uri="{BB962C8B-B14F-4D97-AF65-F5344CB8AC3E}">
        <p14:creationId xmlns:p14="http://schemas.microsoft.com/office/powerpoint/2010/main" val="401269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84627-C7E7-95D3-A121-533E0283DE98}"/>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21F1AC7C-B0F5-7C6F-F7A6-F50A577E12E1}"/>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E693FDA7-17AA-9C07-7D82-6B65F7496380}"/>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BCF1F16E-733A-3F3A-301D-AF8B98D50F3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86B5917A-68C6-1CC6-7A68-821FBACD73DB}"/>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78FB67EE-AD2F-7873-62DD-3046A4569F40}"/>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BC891C90-D861-F21C-BD0A-5D81B6AF0814}"/>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2967BBFA-F4F0-0985-FDDC-CE95E72A5168}"/>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F2918572-C3A0-7894-CB75-1979A6671078}"/>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DE946A8D-B6EF-F699-976B-A94673CFDBC1}"/>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Residual Analysis</a:t>
              </a:r>
              <a:endParaRPr lang="en-US" sz="10109"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C5123DA1-4BB9-84D3-9345-1ED2225F274A}"/>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7D0012EC-687B-FC91-8D45-E4691FB1A23B}"/>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pic>
        <p:nvPicPr>
          <p:cNvPr id="18" name="Picture 17" descr="A group of graphs showing residuals&#10;&#10;AI-generated content may be incorrect.">
            <a:extLst>
              <a:ext uri="{FF2B5EF4-FFF2-40B4-BE49-F238E27FC236}">
                <a16:creationId xmlns:a16="http://schemas.microsoft.com/office/drawing/2014/main" id="{D3DE366E-6B04-CEFE-760E-F99AE1A330AB}"/>
              </a:ext>
            </a:extLst>
          </p:cNvPr>
          <p:cNvPicPr>
            <a:picLocks noChangeAspect="1"/>
          </p:cNvPicPr>
          <p:nvPr/>
        </p:nvPicPr>
        <p:blipFill>
          <a:blip r:embed="rId8"/>
          <a:stretch>
            <a:fillRect/>
          </a:stretch>
        </p:blipFill>
        <p:spPr>
          <a:xfrm>
            <a:off x="2792895" y="2379594"/>
            <a:ext cx="12718774" cy="6356074"/>
          </a:xfrm>
          <a:prstGeom prst="rect">
            <a:avLst/>
          </a:prstGeom>
        </p:spPr>
      </p:pic>
    </p:spTree>
    <p:extLst>
      <p:ext uri="{BB962C8B-B14F-4D97-AF65-F5344CB8AC3E}">
        <p14:creationId xmlns:p14="http://schemas.microsoft.com/office/powerpoint/2010/main" val="2069157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FB0C3-855D-FD49-6654-E6955BCF6163}"/>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0855316A-8B8E-3A66-217F-999BBE9D602A}"/>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2761C46D-B13F-5235-D30E-79EF57408AC7}"/>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AE562148-E209-FD91-916E-D2716710EEA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409C9E23-BCC7-F855-C0F9-EF642FABE0D0}"/>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3998436D-3F2C-2450-8F26-92F40E0D095F}"/>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E9815168-69A2-5CDA-6F1A-BD332E798310}"/>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28D21A16-8A34-DB39-D998-36EA10E03695}"/>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069FC3D1-D02F-A795-C841-FB3CD6896BDF}"/>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E33202D2-CFAE-7809-8516-DF54CC148105}"/>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Residual Analysis</a:t>
              </a:r>
              <a:endParaRPr lang="en-US" sz="10109"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CCE8C8B1-B007-81D6-9998-1A5B95F2B2B8}"/>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4899FE8A-9CE5-A450-259A-27A8C860F0F5}"/>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pic>
        <p:nvPicPr>
          <p:cNvPr id="8" name="Picture 7">
            <a:extLst>
              <a:ext uri="{FF2B5EF4-FFF2-40B4-BE49-F238E27FC236}">
                <a16:creationId xmlns:a16="http://schemas.microsoft.com/office/drawing/2014/main" id="{7959DE32-1B54-AC09-AFC4-32182C57DB99}"/>
              </a:ext>
            </a:extLst>
          </p:cNvPr>
          <p:cNvPicPr>
            <a:picLocks noChangeAspect="1"/>
          </p:cNvPicPr>
          <p:nvPr/>
        </p:nvPicPr>
        <p:blipFill>
          <a:blip r:embed="rId8"/>
          <a:stretch>
            <a:fillRect/>
          </a:stretch>
        </p:blipFill>
        <p:spPr>
          <a:xfrm>
            <a:off x="9551506" y="2575063"/>
            <a:ext cx="8030816" cy="4540525"/>
          </a:xfrm>
          <a:prstGeom prst="rect">
            <a:avLst/>
          </a:prstGeom>
        </p:spPr>
      </p:pic>
      <p:pic>
        <p:nvPicPr>
          <p:cNvPr id="11" name="Picture 10">
            <a:extLst>
              <a:ext uri="{FF2B5EF4-FFF2-40B4-BE49-F238E27FC236}">
                <a16:creationId xmlns:a16="http://schemas.microsoft.com/office/drawing/2014/main" id="{C7D00F3A-D6E2-DCC1-2FA5-A4D9E538F573}"/>
              </a:ext>
            </a:extLst>
          </p:cNvPr>
          <p:cNvPicPr>
            <a:picLocks noChangeAspect="1"/>
          </p:cNvPicPr>
          <p:nvPr/>
        </p:nvPicPr>
        <p:blipFill>
          <a:blip r:embed="rId9"/>
          <a:stretch>
            <a:fillRect/>
          </a:stretch>
        </p:blipFill>
        <p:spPr>
          <a:xfrm>
            <a:off x="506896" y="2575063"/>
            <a:ext cx="8130208" cy="4540526"/>
          </a:xfrm>
          <a:prstGeom prst="rect">
            <a:avLst/>
          </a:prstGeom>
        </p:spPr>
      </p:pic>
    </p:spTree>
    <p:extLst>
      <p:ext uri="{BB962C8B-B14F-4D97-AF65-F5344CB8AC3E}">
        <p14:creationId xmlns:p14="http://schemas.microsoft.com/office/powerpoint/2010/main" val="182393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223A-9FD2-3768-64C5-4E27F99D20B3}"/>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296C78CB-E294-6CC6-6F4B-881677D0DF4C}"/>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C96F17A1-A10B-AFAE-9541-7B396A7BCCDB}"/>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DC159F09-9176-8E55-5A68-A2779BF1999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A08CB327-0197-2B18-5792-2F9B534D95A6}"/>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D41D06A0-CC07-B5F5-C30B-28BB21D8EF47}"/>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E4236406-E106-379C-E5C8-7081CD5122CA}"/>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E54B521C-237B-3E7F-13BC-753FB77508C4}"/>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4B7622C5-C6A6-8DAB-869C-EA92ECAF5247}"/>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88F646FF-BBBD-829A-7787-65D51B49F7B0}"/>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Residual Analysis</a:t>
              </a:r>
              <a:endParaRPr lang="en-US" sz="10109"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27FDA242-D70E-2490-2C2F-C55A56A471FE}"/>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EEF0D081-6C73-281A-A647-757AB7BDD829}"/>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pic>
        <p:nvPicPr>
          <p:cNvPr id="16" name="Picture 15">
            <a:extLst>
              <a:ext uri="{FF2B5EF4-FFF2-40B4-BE49-F238E27FC236}">
                <a16:creationId xmlns:a16="http://schemas.microsoft.com/office/drawing/2014/main" id="{9D0250D1-1FEC-932D-8AD9-300E5EA8867F}"/>
              </a:ext>
            </a:extLst>
          </p:cNvPr>
          <p:cNvPicPr>
            <a:picLocks noChangeAspect="1"/>
          </p:cNvPicPr>
          <p:nvPr/>
        </p:nvPicPr>
        <p:blipFill>
          <a:blip r:embed="rId8"/>
          <a:stretch>
            <a:fillRect/>
          </a:stretch>
        </p:blipFill>
        <p:spPr>
          <a:xfrm>
            <a:off x="424070" y="2575063"/>
            <a:ext cx="8295860" cy="4540525"/>
          </a:xfrm>
          <a:prstGeom prst="rect">
            <a:avLst/>
          </a:prstGeom>
        </p:spPr>
      </p:pic>
      <p:pic>
        <p:nvPicPr>
          <p:cNvPr id="18" name="Picture 17" descr="A graph with blue lines&#10;&#10;AI-generated content may be incorrect.">
            <a:extLst>
              <a:ext uri="{FF2B5EF4-FFF2-40B4-BE49-F238E27FC236}">
                <a16:creationId xmlns:a16="http://schemas.microsoft.com/office/drawing/2014/main" id="{DBE1BB3D-DBD3-26D4-2807-AB17E0EC8349}"/>
              </a:ext>
            </a:extLst>
          </p:cNvPr>
          <p:cNvPicPr>
            <a:picLocks noChangeAspect="1"/>
          </p:cNvPicPr>
          <p:nvPr/>
        </p:nvPicPr>
        <p:blipFill>
          <a:blip r:embed="rId9"/>
          <a:stretch>
            <a:fillRect/>
          </a:stretch>
        </p:blipFill>
        <p:spPr>
          <a:xfrm>
            <a:off x="9551504" y="2575063"/>
            <a:ext cx="8097078" cy="4540525"/>
          </a:xfrm>
          <a:prstGeom prst="rect">
            <a:avLst/>
          </a:prstGeom>
        </p:spPr>
      </p:pic>
    </p:spTree>
    <p:extLst>
      <p:ext uri="{BB962C8B-B14F-4D97-AF65-F5344CB8AC3E}">
        <p14:creationId xmlns:p14="http://schemas.microsoft.com/office/powerpoint/2010/main" val="252469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28494-D3C4-E693-0AA8-659EA367C968}"/>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F7681C58-5782-D5C8-BBBC-57ECE88AD403}"/>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121CF415-7FF8-4C9D-7B13-583255AD95F7}"/>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02E937FC-ADED-84C4-865A-4C12A55EA15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568CD594-89A0-5BE9-9CDA-5A98D37E6CEF}"/>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74DBA17D-F2B7-D3A0-D57C-EF40FA9DACEE}"/>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06193B05-0223-17C2-A74E-9F63ACCE451E}"/>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6FA1655B-B064-A0FE-E8AE-B65B19F748D8}"/>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C5595AE2-57B8-CB1F-402D-F2C98EED8662}"/>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7C3C87BC-311E-537E-9394-2DD96D3BEAD4}"/>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Seasonality</a:t>
              </a:r>
              <a:endParaRPr lang="en-US" sz="10109"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0547DD6B-2495-F0E1-36D6-2066AADF0E62}"/>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394FB9B3-7259-2434-34EB-FD6C5B512E2E}"/>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pic>
        <p:nvPicPr>
          <p:cNvPr id="8" name="Picture 7" descr="A graph showing the average attendance at yankee stadium&#10;&#10;AI-generated content may be incorrect.">
            <a:extLst>
              <a:ext uri="{FF2B5EF4-FFF2-40B4-BE49-F238E27FC236}">
                <a16:creationId xmlns:a16="http://schemas.microsoft.com/office/drawing/2014/main" id="{54F0DF87-6BD1-1B2F-C69F-001F9357ADAB}"/>
              </a:ext>
            </a:extLst>
          </p:cNvPr>
          <p:cNvPicPr>
            <a:picLocks noChangeAspect="1"/>
          </p:cNvPicPr>
          <p:nvPr/>
        </p:nvPicPr>
        <p:blipFill>
          <a:blip r:embed="rId8"/>
          <a:stretch>
            <a:fillRect/>
          </a:stretch>
        </p:blipFill>
        <p:spPr>
          <a:xfrm>
            <a:off x="3779044" y="2108597"/>
            <a:ext cx="11551443" cy="6873477"/>
          </a:xfrm>
          <a:prstGeom prst="rect">
            <a:avLst/>
          </a:prstGeom>
        </p:spPr>
      </p:pic>
    </p:spTree>
    <p:extLst>
      <p:ext uri="{BB962C8B-B14F-4D97-AF65-F5344CB8AC3E}">
        <p14:creationId xmlns:p14="http://schemas.microsoft.com/office/powerpoint/2010/main" val="2110924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714AD-8259-DBB7-17A8-75375F262C71}"/>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190D75EC-038B-6AF2-CFEF-3910D8D3171F}"/>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0746B860-8299-80BC-6933-FFDCA2CB8369}"/>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8C645124-7AF9-B503-77F8-11D074C3986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4FBB564E-3455-976A-F2A4-4E22AAB37C59}"/>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5DD88EC9-26CD-EF16-8E7B-689D4053FFCE}"/>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ACF6CD20-7BFE-9730-F56D-CF97949FE325}"/>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CFE7FA01-A931-34ED-72DD-18DCD45961B4}"/>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4774DACD-488E-A0D0-01E9-270AB5C77E7C}"/>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489C8555-967D-7B25-3AA4-F7C41A123471}"/>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Final Model</a:t>
              </a:r>
              <a:endParaRPr lang="en-US" sz="10109" spc="-293">
                <a:solidFill>
                  <a:srgbClr val="000000"/>
                </a:solidFill>
                <a:latin typeface="Paalalabas Wide"/>
                <a:ea typeface="Paalalabas Wide"/>
                <a:cs typeface="Paalalabas Wide"/>
                <a:sym typeface="Paalalabas Wide"/>
              </a:endParaRPr>
            </a:p>
          </p:txBody>
        </p:sp>
        <p:sp>
          <p:nvSpPr>
            <p:cNvPr id="12" name="TextBox 11">
              <a:extLst>
                <a:ext uri="{FF2B5EF4-FFF2-40B4-BE49-F238E27FC236}">
                  <a16:creationId xmlns:a16="http://schemas.microsoft.com/office/drawing/2014/main" id="{5E65F414-140E-CEA4-D0C4-DA00F90D97A6}"/>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BE7DF5EC-1F0F-CFA0-9F8E-446EB3DF9CB2}"/>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pic>
        <p:nvPicPr>
          <p:cNvPr id="16" name="Picture 15" descr="A white background with black text&#10;&#10;AI-generated content may be incorrect.">
            <a:extLst>
              <a:ext uri="{FF2B5EF4-FFF2-40B4-BE49-F238E27FC236}">
                <a16:creationId xmlns:a16="http://schemas.microsoft.com/office/drawing/2014/main" id="{34A617B9-8D8B-F321-21F8-C2CF20A672C1}"/>
              </a:ext>
            </a:extLst>
          </p:cNvPr>
          <p:cNvPicPr>
            <a:picLocks noChangeAspect="1"/>
          </p:cNvPicPr>
          <p:nvPr/>
        </p:nvPicPr>
        <p:blipFill>
          <a:blip r:embed="rId8"/>
          <a:stretch>
            <a:fillRect/>
          </a:stretch>
        </p:blipFill>
        <p:spPr>
          <a:xfrm>
            <a:off x="2528268" y="2786891"/>
            <a:ext cx="13231466" cy="3918087"/>
          </a:xfrm>
          <a:prstGeom prst="rect">
            <a:avLst/>
          </a:prstGeom>
        </p:spPr>
      </p:pic>
    </p:spTree>
    <p:extLst>
      <p:ext uri="{BB962C8B-B14F-4D97-AF65-F5344CB8AC3E}">
        <p14:creationId xmlns:p14="http://schemas.microsoft.com/office/powerpoint/2010/main" val="2769266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CC879-4C80-4BCD-92A6-0B3D0C2A4DE6}"/>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5156B435-8EDE-382C-0FE7-ED9FF71889EC}"/>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1C7388EC-D909-31E3-87B6-5434999A80F4}"/>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608230E0-7CFE-1B9F-F87A-A81478FCED8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151A7C7A-8532-26E1-8F37-7AA73D7F543F}"/>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28A64F65-A115-9658-A01C-89E2DDFD8090}"/>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688E22EC-61D7-0F3D-CF53-DB99D5E4055D}"/>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CB476CF3-CFBA-323D-F319-6643828F8059}"/>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7FE1B1BF-B4B6-EE51-B6F3-0C3DABF4D98F}"/>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E7DFFBBA-3540-928B-DE72-4C15DDC0845A}"/>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Model Evaluation</a:t>
              </a:r>
              <a:endParaRPr lang="en-US" sz="10109" spc="-293">
                <a:solidFill>
                  <a:srgbClr val="000000"/>
                </a:solidFill>
                <a:latin typeface="Paalalabas Wide"/>
                <a:ea typeface="Paalalabas Wide"/>
                <a:cs typeface="Paalalabas Wide"/>
                <a:sym typeface="Paalalabas Wide"/>
              </a:endParaRPr>
            </a:p>
          </p:txBody>
        </p:sp>
        <p:sp>
          <p:nvSpPr>
            <p:cNvPr id="12" name="TextBox 11">
              <a:extLst>
                <a:ext uri="{FF2B5EF4-FFF2-40B4-BE49-F238E27FC236}">
                  <a16:creationId xmlns:a16="http://schemas.microsoft.com/office/drawing/2014/main" id="{C04953E2-AA7E-CB56-3D0D-A0C30FE46841}"/>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CE786768-D9FB-E0FF-F708-9A2077D46B44}"/>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graphicFrame>
        <p:nvGraphicFramePr>
          <p:cNvPr id="11" name="Table 10">
            <a:extLst>
              <a:ext uri="{FF2B5EF4-FFF2-40B4-BE49-F238E27FC236}">
                <a16:creationId xmlns:a16="http://schemas.microsoft.com/office/drawing/2014/main" id="{D33A8B4C-511C-F9D6-FAC0-3DDEE1BBEC8E}"/>
              </a:ext>
            </a:extLst>
          </p:cNvPr>
          <p:cNvGraphicFramePr>
            <a:graphicFrameLocks noGrp="1"/>
          </p:cNvGraphicFramePr>
          <p:nvPr>
            <p:extLst>
              <p:ext uri="{D42A27DB-BD31-4B8C-83A1-F6EECF244321}">
                <p14:modId xmlns:p14="http://schemas.microsoft.com/office/powerpoint/2010/main" val="1850333579"/>
              </p:ext>
            </p:extLst>
          </p:nvPr>
        </p:nvGraphicFramePr>
        <p:xfrm>
          <a:off x="839390" y="3446858"/>
          <a:ext cx="16920596" cy="2438400"/>
        </p:xfrm>
        <a:graphic>
          <a:graphicData uri="http://schemas.openxmlformats.org/drawingml/2006/table">
            <a:tbl>
              <a:tblPr firstRow="1" bandRow="1">
                <a:tableStyleId>{21E4AEA4-8DFA-4A89-87EB-49C32662AFE0}</a:tableStyleId>
              </a:tblPr>
              <a:tblGrid>
                <a:gridCol w="1285875">
                  <a:extLst>
                    <a:ext uri="{9D8B030D-6E8A-4147-A177-3AD203B41FA5}">
                      <a16:colId xmlns:a16="http://schemas.microsoft.com/office/drawing/2014/main" val="273493255"/>
                    </a:ext>
                  </a:extLst>
                </a:gridCol>
                <a:gridCol w="1584006">
                  <a:extLst>
                    <a:ext uri="{9D8B030D-6E8A-4147-A177-3AD203B41FA5}">
                      <a16:colId xmlns:a16="http://schemas.microsoft.com/office/drawing/2014/main" val="803502498"/>
                    </a:ext>
                  </a:extLst>
                </a:gridCol>
                <a:gridCol w="1760004">
                  <a:extLst>
                    <a:ext uri="{9D8B030D-6E8A-4147-A177-3AD203B41FA5}">
                      <a16:colId xmlns:a16="http://schemas.microsoft.com/office/drawing/2014/main" val="3888734397"/>
                    </a:ext>
                  </a:extLst>
                </a:gridCol>
                <a:gridCol w="1848007">
                  <a:extLst>
                    <a:ext uri="{9D8B030D-6E8A-4147-A177-3AD203B41FA5}">
                      <a16:colId xmlns:a16="http://schemas.microsoft.com/office/drawing/2014/main" val="1957890401"/>
                    </a:ext>
                  </a:extLst>
                </a:gridCol>
                <a:gridCol w="2346680">
                  <a:extLst>
                    <a:ext uri="{9D8B030D-6E8A-4147-A177-3AD203B41FA5}">
                      <a16:colId xmlns:a16="http://schemas.microsoft.com/office/drawing/2014/main" val="859076986"/>
                    </a:ext>
                  </a:extLst>
                </a:gridCol>
                <a:gridCol w="2024006">
                  <a:extLst>
                    <a:ext uri="{9D8B030D-6E8A-4147-A177-3AD203B41FA5}">
                      <a16:colId xmlns:a16="http://schemas.microsoft.com/office/drawing/2014/main" val="711759345"/>
                    </a:ext>
                  </a:extLst>
                </a:gridCol>
                <a:gridCol w="2024006">
                  <a:extLst>
                    <a:ext uri="{9D8B030D-6E8A-4147-A177-3AD203B41FA5}">
                      <a16:colId xmlns:a16="http://schemas.microsoft.com/office/drawing/2014/main" val="3291095700"/>
                    </a:ext>
                  </a:extLst>
                </a:gridCol>
                <a:gridCol w="2024006">
                  <a:extLst>
                    <a:ext uri="{9D8B030D-6E8A-4147-A177-3AD203B41FA5}">
                      <a16:colId xmlns:a16="http://schemas.microsoft.com/office/drawing/2014/main" val="2112203718"/>
                    </a:ext>
                  </a:extLst>
                </a:gridCol>
                <a:gridCol w="2024006">
                  <a:extLst>
                    <a:ext uri="{9D8B030D-6E8A-4147-A177-3AD203B41FA5}">
                      <a16:colId xmlns:a16="http://schemas.microsoft.com/office/drawing/2014/main" val="2106483457"/>
                    </a:ext>
                  </a:extLst>
                </a:gridCol>
              </a:tblGrid>
              <a:tr h="0">
                <a:tc>
                  <a:txBody>
                    <a:bodyPr/>
                    <a:lstStyle/>
                    <a:p>
                      <a:pPr algn="ctr">
                        <a:buNone/>
                      </a:pPr>
                      <a:endParaRPr lang="en-US" sz="2200">
                        <a:effectLst/>
                      </a:endParaRPr>
                    </a:p>
                  </a:txBody>
                  <a:tcPr marL="137160" marR="137160" marT="137160" marB="137160" anchor="ctr"/>
                </a:tc>
                <a:tc>
                  <a:txBody>
                    <a:bodyPr/>
                    <a:lstStyle/>
                    <a:p>
                      <a:pPr algn="ctr">
                        <a:buNone/>
                      </a:pPr>
                      <a:r>
                        <a:rPr lang="en-US" sz="2200">
                          <a:effectLst/>
                        </a:rPr>
                        <a:t>Model 1</a:t>
                      </a:r>
                    </a:p>
                  </a:txBody>
                  <a:tcPr marL="137160" marR="137160" marT="137160" marB="137160" anchor="ctr"/>
                </a:tc>
                <a:tc>
                  <a:txBody>
                    <a:bodyPr/>
                    <a:lstStyle/>
                    <a:p>
                      <a:pPr algn="ctr">
                        <a:buNone/>
                      </a:pPr>
                      <a:r>
                        <a:rPr lang="en-US" sz="2200">
                          <a:effectLst/>
                        </a:rPr>
                        <a:t>Model 2</a:t>
                      </a:r>
                    </a:p>
                  </a:txBody>
                  <a:tcPr marL="137160" marR="137160" marT="137160" marB="137160" anchor="ctr"/>
                </a:tc>
                <a:tc>
                  <a:txBody>
                    <a:bodyPr/>
                    <a:lstStyle/>
                    <a:p>
                      <a:pPr algn="ctr">
                        <a:buNone/>
                      </a:pPr>
                      <a:r>
                        <a:rPr lang="en-US" sz="2200">
                          <a:effectLst/>
                        </a:rPr>
                        <a:t>Model 3</a:t>
                      </a:r>
                    </a:p>
                  </a:txBody>
                  <a:tcPr marL="137160" marR="137160" marT="137160" marB="137160" anchor="ctr"/>
                </a:tc>
                <a:tc>
                  <a:txBody>
                    <a:bodyPr/>
                    <a:lstStyle/>
                    <a:p>
                      <a:pPr algn="ctr">
                        <a:buNone/>
                      </a:pPr>
                      <a:r>
                        <a:rPr lang="en-US" sz="2200">
                          <a:effectLst/>
                        </a:rPr>
                        <a:t>Model 4</a:t>
                      </a:r>
                    </a:p>
                  </a:txBody>
                  <a:tcPr marL="137160" marR="137160" marT="137160" marB="137160" anchor="ctr"/>
                </a:tc>
                <a:tc>
                  <a:txBody>
                    <a:bodyPr/>
                    <a:lstStyle/>
                    <a:p>
                      <a:pPr algn="ctr">
                        <a:buNone/>
                      </a:pPr>
                      <a:r>
                        <a:rPr lang="en-US" sz="2200">
                          <a:effectLst/>
                        </a:rPr>
                        <a:t>Model 5</a:t>
                      </a:r>
                    </a:p>
                  </a:txBody>
                  <a:tcPr marL="137160" marR="137160" marT="137160" marB="137160" anchor="ctr"/>
                </a:tc>
                <a:tc>
                  <a:txBody>
                    <a:bodyPr/>
                    <a:lstStyle/>
                    <a:p>
                      <a:pPr algn="ctr">
                        <a:buNone/>
                      </a:pPr>
                      <a:r>
                        <a:rPr lang="en-US" sz="2200">
                          <a:effectLst/>
                        </a:rPr>
                        <a:t>Model 6</a:t>
                      </a:r>
                    </a:p>
                  </a:txBody>
                  <a:tcPr marL="137160" marR="137160" marT="137160" marB="137160" anchor="ctr"/>
                </a:tc>
                <a:tc>
                  <a:txBody>
                    <a:bodyPr/>
                    <a:lstStyle/>
                    <a:p>
                      <a:pPr algn="ctr">
                        <a:buNone/>
                      </a:pPr>
                      <a:r>
                        <a:rPr lang="en-US" sz="2200">
                          <a:effectLst/>
                        </a:rPr>
                        <a:t>Model 7</a:t>
                      </a:r>
                    </a:p>
                  </a:txBody>
                  <a:tcPr marL="137160" marR="137160" marT="137160" marB="137160" anchor="ctr"/>
                </a:tc>
                <a:tc>
                  <a:txBody>
                    <a:bodyPr/>
                    <a:lstStyle/>
                    <a:p>
                      <a:pPr algn="ctr">
                        <a:buNone/>
                      </a:pPr>
                      <a:r>
                        <a:rPr lang="en-US" sz="2200">
                          <a:effectLst/>
                        </a:rPr>
                        <a:t>Model 8</a:t>
                      </a:r>
                    </a:p>
                  </a:txBody>
                  <a:tcPr marL="137160" marR="137160" marT="137160" marB="137160" anchor="ctr"/>
                </a:tc>
                <a:extLst>
                  <a:ext uri="{0D108BD9-81ED-4DB2-BD59-A6C34878D82A}">
                    <a16:rowId xmlns:a16="http://schemas.microsoft.com/office/drawing/2014/main" val="524371870"/>
                  </a:ext>
                </a:extLst>
              </a:tr>
              <a:tr h="0">
                <a:tc>
                  <a:txBody>
                    <a:bodyPr/>
                    <a:lstStyle/>
                    <a:p>
                      <a:pPr algn="ctr">
                        <a:buNone/>
                      </a:pPr>
                      <a:r>
                        <a:rPr lang="en-US" sz="2200">
                          <a:effectLst/>
                        </a:rPr>
                        <a:t>MSE</a:t>
                      </a:r>
                    </a:p>
                  </a:txBody>
                  <a:tcPr marL="137160" marR="137160" marT="137160" marB="137160" anchor="ctr"/>
                </a:tc>
                <a:tc>
                  <a:txBody>
                    <a:bodyPr/>
                    <a:lstStyle/>
                    <a:p>
                      <a:pPr algn="ctr">
                        <a:buNone/>
                      </a:pPr>
                      <a:r>
                        <a:rPr lang="en-US" sz="2200"/>
                        <a:t>83180754</a:t>
                      </a:r>
                    </a:p>
                  </a:txBody>
                  <a:tcPr marL="137160" marR="137160" marT="137160" marB="137160" anchor="ctr"/>
                </a:tc>
                <a:tc>
                  <a:txBody>
                    <a:bodyPr/>
                    <a:lstStyle/>
                    <a:p>
                      <a:pPr algn="ctr">
                        <a:buNone/>
                      </a:pPr>
                      <a:r>
                        <a:rPr lang="en-US" sz="2200"/>
                        <a:t>1084059815</a:t>
                      </a:r>
                    </a:p>
                  </a:txBody>
                  <a:tcPr marL="137160" marR="137160" marT="137160" marB="137160" anchor="ctr"/>
                </a:tc>
                <a:tc>
                  <a:txBody>
                    <a:bodyPr/>
                    <a:lstStyle/>
                    <a:p>
                      <a:pPr algn="ctr">
                        <a:buNone/>
                      </a:pPr>
                      <a:r>
                        <a:rPr lang="en-US" sz="2200"/>
                        <a:t>46423764</a:t>
                      </a:r>
                    </a:p>
                  </a:txBody>
                  <a:tcPr marL="137160" marR="137160" marT="137160" marB="137160" anchor="ctr"/>
                </a:tc>
                <a:tc>
                  <a:txBody>
                    <a:bodyPr/>
                    <a:lstStyle/>
                    <a:p>
                      <a:pPr algn="ctr">
                        <a:buNone/>
                      </a:pPr>
                      <a:r>
                        <a:rPr lang="en-US" sz="2200"/>
                        <a:t>1084054419</a:t>
                      </a:r>
                    </a:p>
                  </a:txBody>
                  <a:tcPr marL="137160" marR="137160" marT="137160" marB="137160" anchor="ctr"/>
                </a:tc>
                <a:tc>
                  <a:txBody>
                    <a:bodyPr/>
                    <a:lstStyle/>
                    <a:p>
                      <a:pPr algn="ctr">
                        <a:buNone/>
                      </a:pPr>
                      <a:r>
                        <a:rPr lang="en-US" sz="2200"/>
                        <a:t>46,161,205</a:t>
                      </a:r>
                    </a:p>
                  </a:txBody>
                  <a:tcPr marL="137160" marR="137160" marT="137160" marB="137160" anchor="ctr"/>
                </a:tc>
                <a:tc>
                  <a:txBody>
                    <a:bodyPr/>
                    <a:lstStyle/>
                    <a:p>
                      <a:pPr algn="ctr">
                        <a:buNone/>
                      </a:pPr>
                      <a:r>
                        <a:rPr lang="en-US" sz="2200"/>
                        <a:t>40,674,495</a:t>
                      </a:r>
                    </a:p>
                  </a:txBody>
                  <a:tcPr marL="137160" marR="137160" marT="137160" marB="137160" anchor="ctr"/>
                </a:tc>
                <a:tc>
                  <a:txBody>
                    <a:bodyPr/>
                    <a:lstStyle/>
                    <a:p>
                      <a:pPr algn="ctr">
                        <a:buNone/>
                      </a:pPr>
                      <a:r>
                        <a:rPr lang="en-US" sz="2200"/>
                        <a:t>40,602,686</a:t>
                      </a:r>
                    </a:p>
                  </a:txBody>
                  <a:tcPr marL="137160" marR="137160" marT="137160" marB="137160" anchor="ctr"/>
                </a:tc>
                <a:tc>
                  <a:txBody>
                    <a:bodyPr/>
                    <a:lstStyle/>
                    <a:p>
                      <a:pPr algn="ctr">
                        <a:buNone/>
                      </a:pPr>
                      <a:r>
                        <a:rPr lang="en-US" sz="2200"/>
                        <a:t>34,954,399</a:t>
                      </a:r>
                    </a:p>
                  </a:txBody>
                  <a:tcPr marL="137160" marR="137160" marT="137160" marB="137160" anchor="ctr"/>
                </a:tc>
                <a:extLst>
                  <a:ext uri="{0D108BD9-81ED-4DB2-BD59-A6C34878D82A}">
                    <a16:rowId xmlns:a16="http://schemas.microsoft.com/office/drawing/2014/main" val="975043826"/>
                  </a:ext>
                </a:extLst>
              </a:tr>
              <a:tr h="0">
                <a:tc>
                  <a:txBody>
                    <a:bodyPr/>
                    <a:lstStyle/>
                    <a:p>
                      <a:pPr algn="ctr">
                        <a:buNone/>
                      </a:pPr>
                      <a:r>
                        <a:rPr lang="en-US" sz="2200">
                          <a:effectLst/>
                        </a:rPr>
                        <a:t>MAE</a:t>
                      </a:r>
                    </a:p>
                  </a:txBody>
                  <a:tcPr marL="137160" marR="137160" marT="137160" marB="137160" anchor="ctr"/>
                </a:tc>
                <a:tc>
                  <a:txBody>
                    <a:bodyPr/>
                    <a:lstStyle/>
                    <a:p>
                      <a:pPr algn="ctr">
                        <a:buNone/>
                      </a:pPr>
                      <a:r>
                        <a:rPr lang="en-US" sz="2200"/>
                        <a:t>7614</a:t>
                      </a:r>
                    </a:p>
                  </a:txBody>
                  <a:tcPr marL="137160" marR="137160" marT="137160" marB="137160" anchor="ctr"/>
                </a:tc>
                <a:tc>
                  <a:txBody>
                    <a:bodyPr/>
                    <a:lstStyle/>
                    <a:p>
                      <a:pPr algn="ctr">
                        <a:buNone/>
                      </a:pPr>
                      <a:r>
                        <a:rPr lang="en-US" sz="2200"/>
                        <a:t>31243</a:t>
                      </a:r>
                    </a:p>
                  </a:txBody>
                  <a:tcPr marL="137160" marR="137160" marT="137160" marB="137160" anchor="ctr"/>
                </a:tc>
                <a:tc>
                  <a:txBody>
                    <a:bodyPr/>
                    <a:lstStyle/>
                    <a:p>
                      <a:pPr algn="ctr">
                        <a:buNone/>
                      </a:pPr>
                      <a:r>
                        <a:rPr lang="en-US" sz="2200"/>
                        <a:t>5489</a:t>
                      </a:r>
                    </a:p>
                  </a:txBody>
                  <a:tcPr marL="137160" marR="137160" marT="137160" marB="137160" anchor="ctr"/>
                </a:tc>
                <a:tc>
                  <a:txBody>
                    <a:bodyPr/>
                    <a:lstStyle/>
                    <a:p>
                      <a:pPr algn="ctr">
                        <a:buNone/>
                      </a:pPr>
                      <a:r>
                        <a:rPr lang="en-US" sz="2200"/>
                        <a:t>31243</a:t>
                      </a:r>
                    </a:p>
                  </a:txBody>
                  <a:tcPr marL="137160" marR="137160" marT="137160" marB="137160" anchor="ctr"/>
                </a:tc>
                <a:tc>
                  <a:txBody>
                    <a:bodyPr/>
                    <a:lstStyle/>
                    <a:p>
                      <a:pPr algn="ctr">
                        <a:buNone/>
                      </a:pPr>
                      <a:r>
                        <a:rPr lang="en-US" sz="2200"/>
                        <a:t>5,473</a:t>
                      </a:r>
                    </a:p>
                  </a:txBody>
                  <a:tcPr marL="137160" marR="137160" marT="137160" marB="137160" anchor="ctr"/>
                </a:tc>
                <a:tc>
                  <a:txBody>
                    <a:bodyPr/>
                    <a:lstStyle/>
                    <a:p>
                      <a:pPr algn="ctr">
                        <a:buNone/>
                      </a:pPr>
                      <a:r>
                        <a:rPr lang="en-US" sz="2200"/>
                        <a:t>5,112</a:t>
                      </a:r>
                    </a:p>
                  </a:txBody>
                  <a:tcPr marL="137160" marR="137160" marT="137160" marB="137160" anchor="ctr"/>
                </a:tc>
                <a:tc>
                  <a:txBody>
                    <a:bodyPr/>
                    <a:lstStyle/>
                    <a:p>
                      <a:pPr algn="ctr">
                        <a:buNone/>
                      </a:pPr>
                      <a:r>
                        <a:rPr lang="en-US" sz="2200"/>
                        <a:t>5,098</a:t>
                      </a:r>
                    </a:p>
                  </a:txBody>
                  <a:tcPr marL="137160" marR="137160" marT="137160" marB="137160" anchor="ctr"/>
                </a:tc>
                <a:tc>
                  <a:txBody>
                    <a:bodyPr/>
                    <a:lstStyle/>
                    <a:p>
                      <a:pPr algn="ctr">
                        <a:buNone/>
                      </a:pPr>
                      <a:r>
                        <a:rPr lang="en-US" sz="2200"/>
                        <a:t>4,696</a:t>
                      </a:r>
                    </a:p>
                  </a:txBody>
                  <a:tcPr marL="137160" marR="137160" marT="137160" marB="137160" anchor="ctr"/>
                </a:tc>
                <a:extLst>
                  <a:ext uri="{0D108BD9-81ED-4DB2-BD59-A6C34878D82A}">
                    <a16:rowId xmlns:a16="http://schemas.microsoft.com/office/drawing/2014/main" val="962215206"/>
                  </a:ext>
                </a:extLst>
              </a:tr>
              <a:tr h="0">
                <a:tc>
                  <a:txBody>
                    <a:bodyPr/>
                    <a:lstStyle/>
                    <a:p>
                      <a:pPr algn="ctr">
                        <a:buNone/>
                      </a:pPr>
                      <a:r>
                        <a:rPr lang="en-US" sz="2200">
                          <a:effectLst/>
                        </a:rPr>
                        <a:t>R^2</a:t>
                      </a:r>
                    </a:p>
                  </a:txBody>
                  <a:tcPr marL="137160" marR="137160" marT="137160" marB="137160" anchor="ctr"/>
                </a:tc>
                <a:tc>
                  <a:txBody>
                    <a:bodyPr/>
                    <a:lstStyle/>
                    <a:p>
                      <a:pPr algn="ctr">
                        <a:buNone/>
                      </a:pPr>
                      <a:r>
                        <a:rPr lang="en-US" sz="2200"/>
                        <a:t>0.159</a:t>
                      </a:r>
                    </a:p>
                  </a:txBody>
                  <a:tcPr marL="137160" marR="137160" marT="137160" marB="137160" anchor="ctr"/>
                </a:tc>
                <a:tc>
                  <a:txBody>
                    <a:bodyPr/>
                    <a:lstStyle/>
                    <a:p>
                      <a:pPr algn="ctr">
                        <a:buNone/>
                      </a:pPr>
                      <a:r>
                        <a:rPr lang="en-US" sz="2200"/>
                        <a:t>0.126</a:t>
                      </a:r>
                    </a:p>
                  </a:txBody>
                  <a:tcPr marL="137160" marR="137160" marT="137160" marB="137160" anchor="ctr"/>
                </a:tc>
                <a:tc>
                  <a:txBody>
                    <a:bodyPr/>
                    <a:lstStyle/>
                    <a:p>
                      <a:pPr algn="ctr">
                        <a:buNone/>
                      </a:pPr>
                      <a:r>
                        <a:rPr lang="en-US" sz="2200"/>
                        <a:t>0.607</a:t>
                      </a:r>
                    </a:p>
                  </a:txBody>
                  <a:tcPr marL="137160" marR="137160" marT="137160" marB="137160" anchor="ctr"/>
                </a:tc>
                <a:tc>
                  <a:txBody>
                    <a:bodyPr/>
                    <a:lstStyle/>
                    <a:p>
                      <a:pPr algn="ctr">
                        <a:buNone/>
                      </a:pPr>
                      <a:r>
                        <a:rPr lang="en-US" sz="2200"/>
                        <a:t>0.576</a:t>
                      </a:r>
                    </a:p>
                  </a:txBody>
                  <a:tcPr marL="137160" marR="137160" marT="137160" marB="137160" anchor="ctr"/>
                </a:tc>
                <a:tc>
                  <a:txBody>
                    <a:bodyPr/>
                    <a:lstStyle/>
                    <a:p>
                      <a:pPr algn="ctr">
                        <a:buNone/>
                      </a:pPr>
                      <a:r>
                        <a:rPr lang="en-US" sz="2200"/>
                        <a:t>0.610</a:t>
                      </a:r>
                    </a:p>
                  </a:txBody>
                  <a:tcPr marL="137160" marR="137160" marT="137160" marB="137160" anchor="ctr"/>
                </a:tc>
                <a:tc>
                  <a:txBody>
                    <a:bodyPr/>
                    <a:lstStyle/>
                    <a:p>
                      <a:pPr algn="ctr">
                        <a:buNone/>
                      </a:pPr>
                      <a:r>
                        <a:rPr lang="en-US" sz="2200"/>
                        <a:t>0.707</a:t>
                      </a:r>
                    </a:p>
                  </a:txBody>
                  <a:tcPr marL="137160" marR="137160" marT="137160" marB="137160" anchor="ctr"/>
                </a:tc>
                <a:tc>
                  <a:txBody>
                    <a:bodyPr/>
                    <a:lstStyle/>
                    <a:p>
                      <a:pPr algn="ctr">
                        <a:buNone/>
                      </a:pPr>
                      <a:r>
                        <a:rPr lang="en-US" sz="2200"/>
                        <a:t>0.710</a:t>
                      </a:r>
                    </a:p>
                  </a:txBody>
                  <a:tcPr marL="137160" marR="137160" marT="137160" marB="137160" anchor="ctr"/>
                </a:tc>
                <a:tc>
                  <a:txBody>
                    <a:bodyPr/>
                    <a:lstStyle/>
                    <a:p>
                      <a:pPr algn="ctr">
                        <a:buNone/>
                      </a:pPr>
                      <a:r>
                        <a:rPr lang="en-US" sz="2200"/>
                        <a:t>0.737</a:t>
                      </a:r>
                    </a:p>
                  </a:txBody>
                  <a:tcPr marL="137160" marR="137160" marT="137160" marB="137160" anchor="ctr"/>
                </a:tc>
                <a:extLst>
                  <a:ext uri="{0D108BD9-81ED-4DB2-BD59-A6C34878D82A}">
                    <a16:rowId xmlns:a16="http://schemas.microsoft.com/office/drawing/2014/main" val="1990783632"/>
                  </a:ext>
                </a:extLst>
              </a:tr>
            </a:tbl>
          </a:graphicData>
        </a:graphic>
      </p:graphicFrame>
      <p:sp>
        <p:nvSpPr>
          <p:cNvPr id="15" name="TextBox 14">
            <a:extLst>
              <a:ext uri="{FF2B5EF4-FFF2-40B4-BE49-F238E27FC236}">
                <a16:creationId xmlns:a16="http://schemas.microsoft.com/office/drawing/2014/main" id="{1FD346A8-28F5-76B8-5CF1-4BE9C491F75A}"/>
              </a:ext>
            </a:extLst>
          </p:cNvPr>
          <p:cNvSpPr txBox="1"/>
          <p:nvPr/>
        </p:nvSpPr>
        <p:spPr>
          <a:xfrm>
            <a:off x="4804172" y="7393781"/>
            <a:ext cx="8983264"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ctr">
              <a:buFont typeface="Arial"/>
              <a:buChar char="•"/>
            </a:pPr>
            <a:r>
              <a:rPr lang="en-US" sz="3200">
                <a:ea typeface="Calibri"/>
                <a:cs typeface="Calibri"/>
              </a:rPr>
              <a:t>Models 1-5 were built from 2015-2024 while models 6-8 used only 2015-2024 due to the inclusion of a seasonality term</a:t>
            </a:r>
          </a:p>
          <a:p>
            <a:pPr marL="457200" indent="-457200" algn="ctr">
              <a:buFont typeface="Arial"/>
              <a:buChar char="•"/>
            </a:pPr>
            <a:r>
              <a:rPr lang="en-US" sz="3200">
                <a:ea typeface="Calibri"/>
                <a:cs typeface="Calibri"/>
              </a:rPr>
              <a:t>All of 2025 was kept out of model for validation</a:t>
            </a:r>
          </a:p>
        </p:txBody>
      </p:sp>
    </p:spTree>
    <p:extLst>
      <p:ext uri="{BB962C8B-B14F-4D97-AF65-F5344CB8AC3E}">
        <p14:creationId xmlns:p14="http://schemas.microsoft.com/office/powerpoint/2010/main" val="2624056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80AF-2A41-A33C-47F8-6B9EBC8D55FA}"/>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63E7AEEA-3E9F-7080-EEC2-959D4C63A372}"/>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DCB76B09-4CD9-7612-8505-FD81D5B7D81D}"/>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09F6F62A-01D1-80CD-A4CC-A8783B170D4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1B5FE9B5-4043-446E-92DE-482E435609C1}"/>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82EF4538-2716-A58E-21ED-EB74090EAA0C}"/>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ACAB2D8D-8C4F-776C-E250-791D731502E2}"/>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438622A4-9CE9-3709-A80E-18F48EF68837}"/>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4EC14057-BD3A-3C05-4F4C-B80F8735A0C2}"/>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7C58A743-7BAB-FE1B-7498-93EF002379F3}"/>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Results</a:t>
              </a:r>
              <a:endParaRPr lang="en-US" sz="10109" spc="-293">
                <a:solidFill>
                  <a:srgbClr val="000000"/>
                </a:solidFill>
                <a:latin typeface="Paalalabas Wide"/>
                <a:ea typeface="Paalalabas Wide"/>
                <a:cs typeface="Paalalabas Wide"/>
                <a:sym typeface="Paalalabas Wide"/>
              </a:endParaRPr>
            </a:p>
          </p:txBody>
        </p:sp>
        <p:sp>
          <p:nvSpPr>
            <p:cNvPr id="12" name="TextBox 11">
              <a:extLst>
                <a:ext uri="{FF2B5EF4-FFF2-40B4-BE49-F238E27FC236}">
                  <a16:creationId xmlns:a16="http://schemas.microsoft.com/office/drawing/2014/main" id="{2D109DC1-D5D5-FE41-721B-C9233EF709A7}"/>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1C93C967-7A47-550E-3D24-CA112DD1F0B0}"/>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graphicFrame>
        <p:nvGraphicFramePr>
          <p:cNvPr id="16" name="Table 15">
            <a:extLst>
              <a:ext uri="{FF2B5EF4-FFF2-40B4-BE49-F238E27FC236}">
                <a16:creationId xmlns:a16="http://schemas.microsoft.com/office/drawing/2014/main" id="{84818F14-5AB5-B45B-77FB-F000FE22A7CA}"/>
              </a:ext>
            </a:extLst>
          </p:cNvPr>
          <p:cNvGraphicFramePr>
            <a:graphicFrameLocks noGrp="1"/>
          </p:cNvGraphicFramePr>
          <p:nvPr>
            <p:extLst>
              <p:ext uri="{D42A27DB-BD31-4B8C-83A1-F6EECF244321}">
                <p14:modId xmlns:p14="http://schemas.microsoft.com/office/powerpoint/2010/main" val="4137809878"/>
              </p:ext>
            </p:extLst>
          </p:nvPr>
        </p:nvGraphicFramePr>
        <p:xfrm>
          <a:off x="3625453" y="2571750"/>
          <a:ext cx="11039197" cy="5334000"/>
        </p:xfrm>
        <a:graphic>
          <a:graphicData uri="http://schemas.openxmlformats.org/drawingml/2006/table">
            <a:tbl>
              <a:tblPr firstRow="1" bandRow="1">
                <a:tableStyleId>{21E4AEA4-8DFA-4A89-87EB-49C32662AFE0}</a:tableStyleId>
              </a:tblPr>
              <a:tblGrid>
                <a:gridCol w="3274968">
                  <a:extLst>
                    <a:ext uri="{9D8B030D-6E8A-4147-A177-3AD203B41FA5}">
                      <a16:colId xmlns:a16="http://schemas.microsoft.com/office/drawing/2014/main" val="3402152082"/>
                    </a:ext>
                  </a:extLst>
                </a:gridCol>
                <a:gridCol w="2417120">
                  <a:extLst>
                    <a:ext uri="{9D8B030D-6E8A-4147-A177-3AD203B41FA5}">
                      <a16:colId xmlns:a16="http://schemas.microsoft.com/office/drawing/2014/main" val="2520064777"/>
                    </a:ext>
                  </a:extLst>
                </a:gridCol>
                <a:gridCol w="2069849">
                  <a:extLst>
                    <a:ext uri="{9D8B030D-6E8A-4147-A177-3AD203B41FA5}">
                      <a16:colId xmlns:a16="http://schemas.microsoft.com/office/drawing/2014/main" val="3861711645"/>
                    </a:ext>
                  </a:extLst>
                </a:gridCol>
                <a:gridCol w="1638630">
                  <a:extLst>
                    <a:ext uri="{9D8B030D-6E8A-4147-A177-3AD203B41FA5}">
                      <a16:colId xmlns:a16="http://schemas.microsoft.com/office/drawing/2014/main" val="3670542642"/>
                    </a:ext>
                  </a:extLst>
                </a:gridCol>
                <a:gridCol w="1638630">
                  <a:extLst>
                    <a:ext uri="{9D8B030D-6E8A-4147-A177-3AD203B41FA5}">
                      <a16:colId xmlns:a16="http://schemas.microsoft.com/office/drawing/2014/main" val="296279463"/>
                    </a:ext>
                  </a:extLst>
                </a:gridCol>
              </a:tblGrid>
              <a:tr h="755514">
                <a:tc>
                  <a:txBody>
                    <a:bodyPr/>
                    <a:lstStyle/>
                    <a:p>
                      <a:pPr algn="ctr">
                        <a:buNone/>
                      </a:pPr>
                      <a:r>
                        <a:rPr lang="en-US" sz="3200">
                          <a:effectLst/>
                        </a:rPr>
                        <a:t>Variable</a:t>
                      </a:r>
                    </a:p>
                  </a:txBody>
                  <a:tcPr marL="137160" marR="137160" marT="137160" marB="137160" anchor="ctr"/>
                </a:tc>
                <a:tc>
                  <a:txBody>
                    <a:bodyPr/>
                    <a:lstStyle/>
                    <a:p>
                      <a:pPr algn="ctr">
                        <a:buNone/>
                      </a:pPr>
                      <a:r>
                        <a:rPr lang="en-US" sz="3200">
                          <a:effectLst/>
                        </a:rPr>
                        <a:t>Coefficient</a:t>
                      </a:r>
                    </a:p>
                  </a:txBody>
                  <a:tcPr marL="137160" marR="137160" marT="137160" marB="137160" anchor="ctr"/>
                </a:tc>
                <a:tc>
                  <a:txBody>
                    <a:bodyPr/>
                    <a:lstStyle/>
                    <a:p>
                      <a:pPr algn="ctr">
                        <a:buNone/>
                      </a:pPr>
                      <a:r>
                        <a:rPr lang="en-US" sz="3200">
                          <a:effectLst/>
                        </a:rPr>
                        <a:t>Std. Error</a:t>
                      </a:r>
                    </a:p>
                  </a:txBody>
                  <a:tcPr marL="137160" marR="137160" marT="137160" marB="137160" anchor="ctr"/>
                </a:tc>
                <a:tc>
                  <a:txBody>
                    <a:bodyPr/>
                    <a:lstStyle/>
                    <a:p>
                      <a:pPr algn="ctr">
                        <a:buNone/>
                      </a:pPr>
                      <a:r>
                        <a:rPr lang="en-US" sz="3200">
                          <a:effectLst/>
                        </a:rPr>
                        <a:t>t-value</a:t>
                      </a:r>
                    </a:p>
                  </a:txBody>
                  <a:tcPr marL="137160" marR="137160" marT="137160" marB="137160" anchor="ctr"/>
                </a:tc>
                <a:tc>
                  <a:txBody>
                    <a:bodyPr/>
                    <a:lstStyle/>
                    <a:p>
                      <a:pPr algn="ctr">
                        <a:buNone/>
                      </a:pPr>
                      <a:r>
                        <a:rPr lang="en-US" sz="3200">
                          <a:effectLst/>
                        </a:rPr>
                        <a:t>p value</a:t>
                      </a:r>
                    </a:p>
                  </a:txBody>
                  <a:tcPr marL="137160" marR="137160" marT="137160" marB="137160" anchor="ctr"/>
                </a:tc>
                <a:extLst>
                  <a:ext uri="{0D108BD9-81ED-4DB2-BD59-A6C34878D82A}">
                    <a16:rowId xmlns:a16="http://schemas.microsoft.com/office/drawing/2014/main" val="2153635006"/>
                  </a:ext>
                </a:extLst>
              </a:tr>
              <a:tr h="755514">
                <a:tc>
                  <a:txBody>
                    <a:bodyPr/>
                    <a:lstStyle/>
                    <a:p>
                      <a:pPr algn="ctr">
                        <a:buNone/>
                      </a:pPr>
                      <a:r>
                        <a:rPr lang="en-US" sz="3200">
                          <a:effectLst/>
                        </a:rPr>
                        <a:t>Intercept</a:t>
                      </a:r>
                    </a:p>
                  </a:txBody>
                  <a:tcPr marL="137160" marR="137160" marT="137160" marB="137160" anchor="ctr"/>
                </a:tc>
                <a:tc>
                  <a:txBody>
                    <a:bodyPr/>
                    <a:lstStyle/>
                    <a:p>
                      <a:pPr algn="ctr">
                        <a:buNone/>
                      </a:pPr>
                      <a:r>
                        <a:rPr lang="en-US" sz="3200">
                          <a:effectLst/>
                        </a:rPr>
                        <a:t>9656</a:t>
                      </a:r>
                    </a:p>
                  </a:txBody>
                  <a:tcPr marL="137160" marR="137160" marT="137160" marB="137160" anchor="ctr"/>
                </a:tc>
                <a:tc>
                  <a:txBody>
                    <a:bodyPr/>
                    <a:lstStyle/>
                    <a:p>
                      <a:pPr algn="ctr">
                        <a:buNone/>
                      </a:pPr>
                      <a:r>
                        <a:rPr lang="en-US" sz="3200">
                          <a:effectLst/>
                        </a:rPr>
                        <a:t>640</a:t>
                      </a:r>
                    </a:p>
                  </a:txBody>
                  <a:tcPr marL="137160" marR="137160" marT="137160" marB="137160" anchor="ctr"/>
                </a:tc>
                <a:tc>
                  <a:txBody>
                    <a:bodyPr/>
                    <a:lstStyle/>
                    <a:p>
                      <a:pPr algn="ctr">
                        <a:buNone/>
                      </a:pPr>
                      <a:r>
                        <a:rPr lang="en-US" sz="3200">
                          <a:effectLst/>
                        </a:rPr>
                        <a:t>15.08</a:t>
                      </a:r>
                    </a:p>
                  </a:txBody>
                  <a:tcPr marL="137160" marR="137160" marT="137160" marB="137160" anchor="ctr"/>
                </a:tc>
                <a:tc>
                  <a:txBody>
                    <a:bodyPr/>
                    <a:lstStyle/>
                    <a:p>
                      <a:pPr algn="ctr">
                        <a:buNone/>
                      </a:pPr>
                      <a:r>
                        <a:rPr lang="en-US" sz="3200">
                          <a:effectLst/>
                        </a:rPr>
                        <a:t>0.000</a:t>
                      </a:r>
                    </a:p>
                  </a:txBody>
                  <a:tcPr marL="137160" marR="137160" marT="137160" marB="137160" anchor="ctr"/>
                </a:tc>
                <a:extLst>
                  <a:ext uri="{0D108BD9-81ED-4DB2-BD59-A6C34878D82A}">
                    <a16:rowId xmlns:a16="http://schemas.microsoft.com/office/drawing/2014/main" val="3712456749"/>
                  </a:ext>
                </a:extLst>
              </a:tr>
              <a:tr h="755514">
                <a:tc>
                  <a:txBody>
                    <a:bodyPr/>
                    <a:lstStyle/>
                    <a:p>
                      <a:pPr algn="ctr">
                        <a:buNone/>
                      </a:pPr>
                      <a:r>
                        <a:rPr lang="en-US" sz="3200">
                          <a:effectLst/>
                        </a:rPr>
                        <a:t>Home Star Power</a:t>
                      </a:r>
                      <a:endParaRPr lang="en-US"/>
                    </a:p>
                  </a:txBody>
                  <a:tcPr marL="137160" marR="137160" marT="137160" marB="137160" anchor="ctr"/>
                </a:tc>
                <a:tc>
                  <a:txBody>
                    <a:bodyPr/>
                    <a:lstStyle/>
                    <a:p>
                      <a:pPr algn="ctr">
                        <a:buNone/>
                      </a:pPr>
                      <a:r>
                        <a:rPr lang="en-US" sz="3200">
                          <a:effectLst/>
                        </a:rPr>
                        <a:t>866</a:t>
                      </a:r>
                    </a:p>
                  </a:txBody>
                  <a:tcPr marL="137160" marR="137160" marT="137160" marB="137160" anchor="ctr"/>
                </a:tc>
                <a:tc>
                  <a:txBody>
                    <a:bodyPr/>
                    <a:lstStyle/>
                    <a:p>
                      <a:pPr algn="ctr">
                        <a:buNone/>
                      </a:pPr>
                      <a:r>
                        <a:rPr lang="en-US" sz="3200">
                          <a:effectLst/>
                        </a:rPr>
                        <a:t>29</a:t>
                      </a:r>
                    </a:p>
                  </a:txBody>
                  <a:tcPr marL="137160" marR="137160" marT="137160" marB="137160" anchor="ctr"/>
                </a:tc>
                <a:tc>
                  <a:txBody>
                    <a:bodyPr/>
                    <a:lstStyle/>
                    <a:p>
                      <a:pPr algn="ctr">
                        <a:buNone/>
                      </a:pPr>
                      <a:r>
                        <a:rPr lang="en-US" sz="3200">
                          <a:effectLst/>
                        </a:rPr>
                        <a:t>30.22</a:t>
                      </a:r>
                    </a:p>
                  </a:txBody>
                  <a:tcPr marL="137160" marR="137160" marT="137160" marB="137160" anchor="ctr"/>
                </a:tc>
                <a:tc>
                  <a:txBody>
                    <a:bodyPr/>
                    <a:lstStyle/>
                    <a:p>
                      <a:pPr algn="ctr">
                        <a:buNone/>
                      </a:pPr>
                      <a:r>
                        <a:rPr lang="en-US" sz="3200">
                          <a:effectLst/>
                        </a:rPr>
                        <a:t>0.000</a:t>
                      </a:r>
                    </a:p>
                  </a:txBody>
                  <a:tcPr marL="137160" marR="137160" marT="137160" marB="137160" anchor="ctr"/>
                </a:tc>
                <a:extLst>
                  <a:ext uri="{0D108BD9-81ED-4DB2-BD59-A6C34878D82A}">
                    <a16:rowId xmlns:a16="http://schemas.microsoft.com/office/drawing/2014/main" val="3854882914"/>
                  </a:ext>
                </a:extLst>
              </a:tr>
              <a:tr h="755514">
                <a:tc>
                  <a:txBody>
                    <a:bodyPr/>
                    <a:lstStyle/>
                    <a:p>
                      <a:pPr lvl="0" algn="ctr">
                        <a:buNone/>
                      </a:pPr>
                      <a:r>
                        <a:rPr lang="en-US" sz="3200">
                          <a:effectLst/>
                        </a:rPr>
                        <a:t>Away Star Power</a:t>
                      </a:r>
                    </a:p>
                  </a:txBody>
                  <a:tcPr marL="137160" marR="137160" marT="137160" marB="137160" anchor="ctr"/>
                </a:tc>
                <a:tc>
                  <a:txBody>
                    <a:bodyPr/>
                    <a:lstStyle/>
                    <a:p>
                      <a:pPr algn="ctr">
                        <a:buNone/>
                      </a:pPr>
                      <a:r>
                        <a:rPr lang="en-US" sz="3200">
                          <a:effectLst/>
                        </a:rPr>
                        <a:t>335</a:t>
                      </a:r>
                    </a:p>
                  </a:txBody>
                  <a:tcPr marL="137160" marR="137160" marT="137160" marB="137160" anchor="ctr"/>
                </a:tc>
                <a:tc>
                  <a:txBody>
                    <a:bodyPr/>
                    <a:lstStyle/>
                    <a:p>
                      <a:pPr algn="ctr">
                        <a:buNone/>
                      </a:pPr>
                      <a:r>
                        <a:rPr lang="en-US" sz="3200">
                          <a:effectLst/>
                        </a:rPr>
                        <a:t>23</a:t>
                      </a:r>
                    </a:p>
                  </a:txBody>
                  <a:tcPr marL="137160" marR="137160" marT="137160" marB="137160" anchor="ctr"/>
                </a:tc>
                <a:tc>
                  <a:txBody>
                    <a:bodyPr/>
                    <a:lstStyle/>
                    <a:p>
                      <a:pPr algn="ctr">
                        <a:buNone/>
                      </a:pPr>
                      <a:r>
                        <a:rPr lang="en-US" sz="3200">
                          <a:effectLst/>
                        </a:rPr>
                        <a:t>14.50</a:t>
                      </a:r>
                    </a:p>
                  </a:txBody>
                  <a:tcPr marL="137160" marR="137160" marT="137160" marB="137160" anchor="ctr"/>
                </a:tc>
                <a:tc>
                  <a:txBody>
                    <a:bodyPr/>
                    <a:lstStyle/>
                    <a:p>
                      <a:pPr algn="ctr">
                        <a:buNone/>
                      </a:pPr>
                      <a:r>
                        <a:rPr lang="en-US" sz="3200">
                          <a:effectLst/>
                        </a:rPr>
                        <a:t>0.000</a:t>
                      </a:r>
                    </a:p>
                  </a:txBody>
                  <a:tcPr marL="137160" marR="137160" marT="137160" marB="137160" anchor="ctr"/>
                </a:tc>
                <a:extLst>
                  <a:ext uri="{0D108BD9-81ED-4DB2-BD59-A6C34878D82A}">
                    <a16:rowId xmlns:a16="http://schemas.microsoft.com/office/drawing/2014/main" val="4193916896"/>
                  </a:ext>
                </a:extLst>
              </a:tr>
              <a:tr h="755514">
                <a:tc>
                  <a:txBody>
                    <a:bodyPr/>
                    <a:lstStyle/>
                    <a:p>
                      <a:pPr lvl="0" algn="ctr">
                        <a:buNone/>
                      </a:pPr>
                      <a:r>
                        <a:rPr lang="en-US" sz="3200">
                          <a:effectLst/>
                        </a:rPr>
                        <a:t>Home Winning %</a:t>
                      </a:r>
                      <a:endParaRPr lang="en-US"/>
                    </a:p>
                  </a:txBody>
                  <a:tcPr marL="137160" marR="137160" marT="137160" marB="137160" anchor="ctr"/>
                </a:tc>
                <a:tc>
                  <a:txBody>
                    <a:bodyPr/>
                    <a:lstStyle/>
                    <a:p>
                      <a:pPr algn="ctr">
                        <a:buNone/>
                      </a:pPr>
                      <a:r>
                        <a:rPr lang="en-US" sz="3200">
                          <a:effectLst/>
                        </a:rPr>
                        <a:t>4298</a:t>
                      </a:r>
                    </a:p>
                  </a:txBody>
                  <a:tcPr marL="137160" marR="137160" marT="137160" marB="137160" anchor="ctr"/>
                </a:tc>
                <a:tc>
                  <a:txBody>
                    <a:bodyPr/>
                    <a:lstStyle/>
                    <a:p>
                      <a:pPr algn="ctr">
                        <a:buNone/>
                      </a:pPr>
                      <a:r>
                        <a:rPr lang="en-US" sz="3200">
                          <a:effectLst/>
                        </a:rPr>
                        <a:t>470</a:t>
                      </a:r>
                    </a:p>
                  </a:txBody>
                  <a:tcPr marL="137160" marR="137160" marT="137160" marB="137160" anchor="ctr"/>
                </a:tc>
                <a:tc>
                  <a:txBody>
                    <a:bodyPr/>
                    <a:lstStyle/>
                    <a:p>
                      <a:pPr algn="ctr">
                        <a:buNone/>
                      </a:pPr>
                      <a:r>
                        <a:rPr lang="en-US" sz="3200">
                          <a:effectLst/>
                        </a:rPr>
                        <a:t>9.14</a:t>
                      </a:r>
                    </a:p>
                  </a:txBody>
                  <a:tcPr marL="137160" marR="137160" marT="137160" marB="137160" anchor="ctr"/>
                </a:tc>
                <a:tc>
                  <a:txBody>
                    <a:bodyPr/>
                    <a:lstStyle/>
                    <a:p>
                      <a:pPr algn="ctr">
                        <a:buNone/>
                      </a:pPr>
                      <a:r>
                        <a:rPr lang="en-US" sz="3200">
                          <a:effectLst/>
                        </a:rPr>
                        <a:t>0.000</a:t>
                      </a:r>
                    </a:p>
                  </a:txBody>
                  <a:tcPr marL="137160" marR="137160" marT="137160" marB="137160" anchor="ctr"/>
                </a:tc>
                <a:extLst>
                  <a:ext uri="{0D108BD9-81ED-4DB2-BD59-A6C34878D82A}">
                    <a16:rowId xmlns:a16="http://schemas.microsoft.com/office/drawing/2014/main" val="2367386839"/>
                  </a:ext>
                </a:extLst>
              </a:tr>
              <a:tr h="755514">
                <a:tc>
                  <a:txBody>
                    <a:bodyPr/>
                    <a:lstStyle/>
                    <a:p>
                      <a:pPr lvl="0" algn="ctr">
                        <a:buNone/>
                      </a:pPr>
                      <a:r>
                        <a:rPr lang="en-US" sz="3200">
                          <a:effectLst/>
                        </a:rPr>
                        <a:t>Away Winning %</a:t>
                      </a:r>
                      <a:endParaRPr lang="en-US"/>
                    </a:p>
                  </a:txBody>
                  <a:tcPr marL="137160" marR="137160" marT="137160" marB="137160" anchor="ctr"/>
                </a:tc>
                <a:tc>
                  <a:txBody>
                    <a:bodyPr/>
                    <a:lstStyle/>
                    <a:p>
                      <a:pPr algn="ctr">
                        <a:buNone/>
                      </a:pPr>
                      <a:r>
                        <a:rPr lang="en-US" sz="3200">
                          <a:effectLst/>
                        </a:rPr>
                        <a:t>214</a:t>
                      </a:r>
                    </a:p>
                  </a:txBody>
                  <a:tcPr marL="137160" marR="137160" marT="137160" marB="137160" anchor="ctr"/>
                </a:tc>
                <a:tc>
                  <a:txBody>
                    <a:bodyPr/>
                    <a:lstStyle/>
                    <a:p>
                      <a:pPr algn="ctr">
                        <a:buNone/>
                      </a:pPr>
                      <a:r>
                        <a:rPr lang="en-US" sz="3200">
                          <a:effectLst/>
                        </a:rPr>
                        <a:t>434</a:t>
                      </a:r>
                    </a:p>
                  </a:txBody>
                  <a:tcPr marL="137160" marR="137160" marT="137160" marB="137160" anchor="ctr"/>
                </a:tc>
                <a:tc>
                  <a:txBody>
                    <a:bodyPr/>
                    <a:lstStyle/>
                    <a:p>
                      <a:pPr algn="ctr">
                        <a:buNone/>
                      </a:pPr>
                      <a:r>
                        <a:rPr lang="en-US" sz="3200">
                          <a:effectLst/>
                        </a:rPr>
                        <a:t>0.49</a:t>
                      </a:r>
                    </a:p>
                  </a:txBody>
                  <a:tcPr marL="137160" marR="137160" marT="137160" marB="137160" anchor="ctr"/>
                </a:tc>
                <a:tc>
                  <a:txBody>
                    <a:bodyPr/>
                    <a:lstStyle/>
                    <a:p>
                      <a:pPr algn="ctr">
                        <a:buNone/>
                      </a:pPr>
                      <a:r>
                        <a:rPr lang="en-US" sz="3200">
                          <a:effectLst/>
                        </a:rPr>
                        <a:t>0.622</a:t>
                      </a:r>
                    </a:p>
                  </a:txBody>
                  <a:tcPr marL="137160" marR="137160" marT="137160" marB="137160" anchor="ctr"/>
                </a:tc>
                <a:extLst>
                  <a:ext uri="{0D108BD9-81ED-4DB2-BD59-A6C34878D82A}">
                    <a16:rowId xmlns:a16="http://schemas.microsoft.com/office/drawing/2014/main" val="3722163392"/>
                  </a:ext>
                </a:extLst>
              </a:tr>
              <a:tr h="755514">
                <a:tc>
                  <a:txBody>
                    <a:bodyPr/>
                    <a:lstStyle/>
                    <a:p>
                      <a:pPr algn="ctr">
                        <a:buNone/>
                      </a:pPr>
                      <a:r>
                        <a:rPr lang="en-US" sz="3200">
                          <a:effectLst/>
                        </a:rPr>
                        <a:t>Temperature (F)</a:t>
                      </a:r>
                    </a:p>
                  </a:txBody>
                  <a:tcPr marL="137160" marR="137160" marT="137160" marB="137160" anchor="ctr"/>
                </a:tc>
                <a:tc>
                  <a:txBody>
                    <a:bodyPr/>
                    <a:lstStyle/>
                    <a:p>
                      <a:pPr algn="ctr">
                        <a:buNone/>
                      </a:pPr>
                      <a:r>
                        <a:rPr lang="en-US" sz="3200">
                          <a:effectLst/>
                        </a:rPr>
                        <a:t>35</a:t>
                      </a:r>
                    </a:p>
                  </a:txBody>
                  <a:tcPr marL="137160" marR="137160" marT="137160" marB="137160" anchor="ctr"/>
                </a:tc>
                <a:tc>
                  <a:txBody>
                    <a:bodyPr/>
                    <a:lstStyle/>
                    <a:p>
                      <a:pPr algn="ctr">
                        <a:buNone/>
                      </a:pPr>
                      <a:r>
                        <a:rPr lang="en-US" sz="3200">
                          <a:effectLst/>
                        </a:rPr>
                        <a:t>6</a:t>
                      </a:r>
                    </a:p>
                  </a:txBody>
                  <a:tcPr marL="137160" marR="137160" marT="137160" marB="137160" anchor="ctr"/>
                </a:tc>
                <a:tc>
                  <a:txBody>
                    <a:bodyPr/>
                    <a:lstStyle/>
                    <a:p>
                      <a:pPr algn="ctr">
                        <a:buNone/>
                      </a:pPr>
                      <a:r>
                        <a:rPr lang="en-US" sz="3200">
                          <a:effectLst/>
                        </a:rPr>
                        <a:t>5.48</a:t>
                      </a:r>
                    </a:p>
                  </a:txBody>
                  <a:tcPr marL="137160" marR="137160" marT="137160" marB="137160" anchor="ctr"/>
                </a:tc>
                <a:tc>
                  <a:txBody>
                    <a:bodyPr/>
                    <a:lstStyle/>
                    <a:p>
                      <a:pPr algn="ctr">
                        <a:buNone/>
                      </a:pPr>
                      <a:r>
                        <a:rPr lang="en-US" sz="3200">
                          <a:effectLst/>
                        </a:rPr>
                        <a:t>0.000</a:t>
                      </a:r>
                    </a:p>
                  </a:txBody>
                  <a:tcPr marL="137160" marR="137160" marT="137160" marB="137160" anchor="ctr"/>
                </a:tc>
                <a:extLst>
                  <a:ext uri="{0D108BD9-81ED-4DB2-BD59-A6C34878D82A}">
                    <a16:rowId xmlns:a16="http://schemas.microsoft.com/office/drawing/2014/main" val="4190932014"/>
                  </a:ext>
                </a:extLst>
              </a:tr>
            </a:tbl>
          </a:graphicData>
        </a:graphic>
      </p:graphicFrame>
    </p:spTree>
    <p:extLst>
      <p:ext uri="{BB962C8B-B14F-4D97-AF65-F5344CB8AC3E}">
        <p14:creationId xmlns:p14="http://schemas.microsoft.com/office/powerpoint/2010/main" val="2967274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553E6-BFD4-2628-FE85-4DB90238909D}"/>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FC141359-F021-2F31-B447-726D32CE2A86}"/>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3A6F33C6-9EF8-8EF8-0D25-D8FB391779B1}"/>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2085C53B-7343-3AB8-0997-7F3D7F3ACD0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993A68EA-D4B6-6D4A-FEAD-785E138D8B59}"/>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C0DB8AF2-95D8-64C6-2FC6-484025A473C7}"/>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C4FAC8BB-2529-0517-322B-494EF033A6FD}"/>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5B4034CA-83E4-D709-B895-1DA236D1321C}"/>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F159DE87-AB86-FFDC-C34D-1FBA83EA8C4A}"/>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22B6882D-608F-2A89-37F6-0C074C57BC71}"/>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Results</a:t>
              </a:r>
              <a:endParaRPr lang="en-US" sz="10109" spc="-293">
                <a:solidFill>
                  <a:srgbClr val="000000"/>
                </a:solidFill>
                <a:latin typeface="Paalalabas Wide"/>
                <a:ea typeface="Paalalabas Wide"/>
                <a:cs typeface="Paalalabas Wide"/>
                <a:sym typeface="Paalalabas Wide"/>
              </a:endParaRPr>
            </a:p>
          </p:txBody>
        </p:sp>
        <p:sp>
          <p:nvSpPr>
            <p:cNvPr id="12" name="TextBox 11">
              <a:extLst>
                <a:ext uri="{FF2B5EF4-FFF2-40B4-BE49-F238E27FC236}">
                  <a16:creationId xmlns:a16="http://schemas.microsoft.com/office/drawing/2014/main" id="{1B727C05-D930-FD17-78C4-1910DAF41FFE}"/>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644CA711-358F-D633-337B-15EB6F767B77}"/>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graphicFrame>
        <p:nvGraphicFramePr>
          <p:cNvPr id="11" name="Table 10">
            <a:extLst>
              <a:ext uri="{FF2B5EF4-FFF2-40B4-BE49-F238E27FC236}">
                <a16:creationId xmlns:a16="http://schemas.microsoft.com/office/drawing/2014/main" id="{D4865C38-0C9A-CC6C-9CF4-1D01FA5A9D2D}"/>
              </a:ext>
            </a:extLst>
          </p:cNvPr>
          <p:cNvGraphicFramePr>
            <a:graphicFrameLocks noGrp="1"/>
          </p:cNvGraphicFramePr>
          <p:nvPr>
            <p:extLst>
              <p:ext uri="{D42A27DB-BD31-4B8C-83A1-F6EECF244321}">
                <p14:modId xmlns:p14="http://schemas.microsoft.com/office/powerpoint/2010/main" val="3501647615"/>
              </p:ext>
            </p:extLst>
          </p:nvPr>
        </p:nvGraphicFramePr>
        <p:xfrm>
          <a:off x="2070651" y="2108441"/>
          <a:ext cx="14147509" cy="6096000"/>
        </p:xfrm>
        <a:graphic>
          <a:graphicData uri="http://schemas.openxmlformats.org/drawingml/2006/table">
            <a:tbl>
              <a:tblPr firstRow="1" bandRow="1">
                <a:tableStyleId>{21E4AEA4-8DFA-4A89-87EB-49C32662AFE0}</a:tableStyleId>
              </a:tblPr>
              <a:tblGrid>
                <a:gridCol w="4310572">
                  <a:extLst>
                    <a:ext uri="{9D8B030D-6E8A-4147-A177-3AD203B41FA5}">
                      <a16:colId xmlns:a16="http://schemas.microsoft.com/office/drawing/2014/main" val="1352495488"/>
                    </a:ext>
                  </a:extLst>
                </a:gridCol>
                <a:gridCol w="2984240">
                  <a:extLst>
                    <a:ext uri="{9D8B030D-6E8A-4147-A177-3AD203B41FA5}">
                      <a16:colId xmlns:a16="http://schemas.microsoft.com/office/drawing/2014/main" val="2396447827"/>
                    </a:ext>
                  </a:extLst>
                </a:gridCol>
                <a:gridCol w="2652659">
                  <a:extLst>
                    <a:ext uri="{9D8B030D-6E8A-4147-A177-3AD203B41FA5}">
                      <a16:colId xmlns:a16="http://schemas.microsoft.com/office/drawing/2014/main" val="3866684191"/>
                    </a:ext>
                  </a:extLst>
                </a:gridCol>
                <a:gridCol w="2100019">
                  <a:extLst>
                    <a:ext uri="{9D8B030D-6E8A-4147-A177-3AD203B41FA5}">
                      <a16:colId xmlns:a16="http://schemas.microsoft.com/office/drawing/2014/main" val="1931824227"/>
                    </a:ext>
                  </a:extLst>
                </a:gridCol>
                <a:gridCol w="2100019">
                  <a:extLst>
                    <a:ext uri="{9D8B030D-6E8A-4147-A177-3AD203B41FA5}">
                      <a16:colId xmlns:a16="http://schemas.microsoft.com/office/drawing/2014/main" val="621624615"/>
                    </a:ext>
                  </a:extLst>
                </a:gridCol>
              </a:tblGrid>
              <a:tr h="594960">
                <a:tc>
                  <a:txBody>
                    <a:bodyPr/>
                    <a:lstStyle/>
                    <a:p>
                      <a:pPr algn="ctr">
                        <a:buNone/>
                      </a:pPr>
                      <a:r>
                        <a:rPr lang="en-US" sz="3200">
                          <a:effectLst/>
                        </a:rPr>
                        <a:t>Variable</a:t>
                      </a:r>
                    </a:p>
                  </a:txBody>
                  <a:tcPr marL="137160" marR="137160" marT="137160" marB="137160" anchor="ctr"/>
                </a:tc>
                <a:tc>
                  <a:txBody>
                    <a:bodyPr/>
                    <a:lstStyle/>
                    <a:p>
                      <a:pPr algn="ctr">
                        <a:buNone/>
                      </a:pPr>
                      <a:r>
                        <a:rPr lang="en-US" sz="3200">
                          <a:effectLst/>
                        </a:rPr>
                        <a:t>Coefficient</a:t>
                      </a:r>
                    </a:p>
                  </a:txBody>
                  <a:tcPr marL="137160" marR="137160" marT="137160" marB="137160" anchor="ctr"/>
                </a:tc>
                <a:tc>
                  <a:txBody>
                    <a:bodyPr/>
                    <a:lstStyle/>
                    <a:p>
                      <a:pPr algn="ctr">
                        <a:buNone/>
                      </a:pPr>
                      <a:r>
                        <a:rPr lang="en-US" sz="3200">
                          <a:effectLst/>
                        </a:rPr>
                        <a:t>Std. Error</a:t>
                      </a:r>
                    </a:p>
                  </a:txBody>
                  <a:tcPr marL="137160" marR="137160" marT="137160" marB="137160" anchor="ctr"/>
                </a:tc>
                <a:tc>
                  <a:txBody>
                    <a:bodyPr/>
                    <a:lstStyle/>
                    <a:p>
                      <a:pPr algn="ctr">
                        <a:buNone/>
                      </a:pPr>
                      <a:r>
                        <a:rPr lang="en-US" sz="3200">
                          <a:effectLst/>
                        </a:rPr>
                        <a:t>t-value</a:t>
                      </a:r>
                    </a:p>
                  </a:txBody>
                  <a:tcPr marL="137160" marR="137160" marT="137160" marB="137160" anchor="ctr"/>
                </a:tc>
                <a:tc>
                  <a:txBody>
                    <a:bodyPr/>
                    <a:lstStyle/>
                    <a:p>
                      <a:pPr algn="ctr">
                        <a:buNone/>
                      </a:pPr>
                      <a:r>
                        <a:rPr lang="en-US" sz="3200">
                          <a:effectLst/>
                        </a:rPr>
                        <a:t>p value</a:t>
                      </a:r>
                    </a:p>
                  </a:txBody>
                  <a:tcPr marL="137160" marR="137160" marT="137160" marB="137160" anchor="ctr"/>
                </a:tc>
                <a:extLst>
                  <a:ext uri="{0D108BD9-81ED-4DB2-BD59-A6C34878D82A}">
                    <a16:rowId xmlns:a16="http://schemas.microsoft.com/office/drawing/2014/main" val="411486313"/>
                  </a:ext>
                </a:extLst>
              </a:tr>
              <a:tr h="594960">
                <a:tc>
                  <a:txBody>
                    <a:bodyPr/>
                    <a:lstStyle/>
                    <a:p>
                      <a:pPr lvl="0" algn="ctr">
                        <a:buNone/>
                      </a:pPr>
                      <a:r>
                        <a:rPr lang="en-US" sz="3200">
                          <a:effectLst/>
                        </a:rPr>
                        <a:t>Division Game**</a:t>
                      </a:r>
                      <a:endParaRPr lang="en-US" sz="3200" err="1">
                        <a:effectLst/>
                      </a:endParaRPr>
                    </a:p>
                  </a:txBody>
                  <a:tcPr marL="137160" marR="137160" marT="137160" marB="137160" anchor="ctr"/>
                </a:tc>
                <a:tc>
                  <a:txBody>
                    <a:bodyPr/>
                    <a:lstStyle/>
                    <a:p>
                      <a:pPr algn="ctr">
                        <a:buNone/>
                      </a:pPr>
                      <a:r>
                        <a:rPr lang="en-US" sz="3200"/>
                        <a:t>571</a:t>
                      </a:r>
                    </a:p>
                  </a:txBody>
                  <a:tcPr marL="137160" marR="137160" marT="137160" marB="137160" anchor="ctr"/>
                </a:tc>
                <a:tc>
                  <a:txBody>
                    <a:bodyPr/>
                    <a:lstStyle/>
                    <a:p>
                      <a:pPr algn="ctr">
                        <a:buNone/>
                      </a:pPr>
                      <a:r>
                        <a:rPr lang="en-US" sz="3200"/>
                        <a:t>190</a:t>
                      </a:r>
                    </a:p>
                  </a:txBody>
                  <a:tcPr marL="137160" marR="137160" marT="137160" marB="137160" anchor="ctr"/>
                </a:tc>
                <a:tc>
                  <a:txBody>
                    <a:bodyPr/>
                    <a:lstStyle/>
                    <a:p>
                      <a:pPr algn="ctr">
                        <a:buNone/>
                      </a:pPr>
                      <a:r>
                        <a:rPr lang="en-US" sz="3200"/>
                        <a:t>3.01</a:t>
                      </a:r>
                    </a:p>
                  </a:txBody>
                  <a:tcPr marL="137160" marR="137160" marT="137160" marB="137160" anchor="ctr"/>
                </a:tc>
                <a:tc>
                  <a:txBody>
                    <a:bodyPr/>
                    <a:lstStyle/>
                    <a:p>
                      <a:pPr algn="ctr">
                        <a:buNone/>
                      </a:pPr>
                      <a:r>
                        <a:rPr lang="en-US" sz="3200"/>
                        <a:t>0.003</a:t>
                      </a:r>
                    </a:p>
                  </a:txBody>
                  <a:tcPr marL="137160" marR="137160" marT="137160" marB="137160" anchor="ctr"/>
                </a:tc>
                <a:extLst>
                  <a:ext uri="{0D108BD9-81ED-4DB2-BD59-A6C34878D82A}">
                    <a16:rowId xmlns:a16="http://schemas.microsoft.com/office/drawing/2014/main" val="607276114"/>
                  </a:ext>
                </a:extLst>
              </a:tr>
              <a:tr h="594960">
                <a:tc>
                  <a:txBody>
                    <a:bodyPr/>
                    <a:lstStyle/>
                    <a:p>
                      <a:pPr lvl="0" algn="ctr">
                        <a:buNone/>
                      </a:pPr>
                      <a:r>
                        <a:rPr lang="en-US" sz="3200">
                          <a:effectLst/>
                        </a:rPr>
                        <a:t>Interleague Game**</a:t>
                      </a:r>
                      <a:endParaRPr lang="en-US" sz="3200" err="1">
                        <a:effectLst/>
                      </a:endParaRPr>
                    </a:p>
                  </a:txBody>
                  <a:tcPr marL="137160" marR="137160" marT="137160" marB="137160" anchor="ctr"/>
                </a:tc>
                <a:tc>
                  <a:txBody>
                    <a:bodyPr/>
                    <a:lstStyle/>
                    <a:p>
                      <a:pPr algn="ctr">
                        <a:buNone/>
                      </a:pPr>
                      <a:r>
                        <a:rPr lang="en-US" sz="3200"/>
                        <a:t>1647</a:t>
                      </a:r>
                    </a:p>
                  </a:txBody>
                  <a:tcPr marL="137160" marR="137160" marT="137160" marB="137160" anchor="ctr"/>
                </a:tc>
                <a:tc>
                  <a:txBody>
                    <a:bodyPr/>
                    <a:lstStyle/>
                    <a:p>
                      <a:pPr algn="ctr">
                        <a:buNone/>
                      </a:pPr>
                      <a:r>
                        <a:rPr lang="en-US" sz="3200"/>
                        <a:t>130</a:t>
                      </a:r>
                    </a:p>
                  </a:txBody>
                  <a:tcPr marL="137160" marR="137160" marT="137160" marB="137160" anchor="ctr"/>
                </a:tc>
                <a:tc>
                  <a:txBody>
                    <a:bodyPr/>
                    <a:lstStyle/>
                    <a:p>
                      <a:pPr algn="ctr">
                        <a:buNone/>
                      </a:pPr>
                      <a:r>
                        <a:rPr lang="en-US" sz="3200"/>
                        <a:t>12.71</a:t>
                      </a:r>
                    </a:p>
                  </a:txBody>
                  <a:tcPr marL="137160" marR="137160" marT="137160" marB="137160" anchor="ctr"/>
                </a:tc>
                <a:tc>
                  <a:txBody>
                    <a:bodyPr/>
                    <a:lstStyle/>
                    <a:p>
                      <a:pPr algn="ctr">
                        <a:buNone/>
                      </a:pPr>
                      <a:r>
                        <a:rPr lang="en-US" sz="3200"/>
                        <a:t>0.000</a:t>
                      </a:r>
                    </a:p>
                  </a:txBody>
                  <a:tcPr marL="137160" marR="137160" marT="137160" marB="137160" anchor="ctr"/>
                </a:tc>
                <a:extLst>
                  <a:ext uri="{0D108BD9-81ED-4DB2-BD59-A6C34878D82A}">
                    <a16:rowId xmlns:a16="http://schemas.microsoft.com/office/drawing/2014/main" val="1880532811"/>
                  </a:ext>
                </a:extLst>
              </a:tr>
              <a:tr h="594960">
                <a:tc>
                  <a:txBody>
                    <a:bodyPr/>
                    <a:lstStyle/>
                    <a:p>
                      <a:pPr algn="ctr">
                        <a:buNone/>
                      </a:pPr>
                      <a:r>
                        <a:rPr lang="en-US" sz="3200">
                          <a:effectLst/>
                        </a:rPr>
                        <a:t>Division Series*</a:t>
                      </a:r>
                      <a:endParaRPr lang="en-US" sz="3200" err="1">
                        <a:effectLst/>
                      </a:endParaRPr>
                    </a:p>
                  </a:txBody>
                  <a:tcPr marL="137160" marR="137160" marT="137160" marB="137160" anchor="ctr"/>
                </a:tc>
                <a:tc>
                  <a:txBody>
                    <a:bodyPr/>
                    <a:lstStyle/>
                    <a:p>
                      <a:pPr algn="ctr">
                        <a:buNone/>
                      </a:pPr>
                      <a:r>
                        <a:rPr lang="en-US" sz="3200"/>
                        <a:t>6437</a:t>
                      </a:r>
                    </a:p>
                  </a:txBody>
                  <a:tcPr marL="137160" marR="137160" marT="137160" marB="137160" anchor="ctr"/>
                </a:tc>
                <a:tc>
                  <a:txBody>
                    <a:bodyPr/>
                    <a:lstStyle/>
                    <a:p>
                      <a:pPr algn="ctr">
                        <a:buNone/>
                      </a:pPr>
                      <a:r>
                        <a:rPr lang="en-US" sz="3200"/>
                        <a:t>723</a:t>
                      </a:r>
                    </a:p>
                  </a:txBody>
                  <a:tcPr marL="137160" marR="137160" marT="137160" marB="137160" anchor="ctr"/>
                </a:tc>
                <a:tc>
                  <a:txBody>
                    <a:bodyPr/>
                    <a:lstStyle/>
                    <a:p>
                      <a:pPr algn="ctr">
                        <a:buNone/>
                      </a:pPr>
                      <a:r>
                        <a:rPr lang="en-US" sz="3200"/>
                        <a:t>8.91</a:t>
                      </a:r>
                    </a:p>
                  </a:txBody>
                  <a:tcPr marL="137160" marR="137160" marT="137160" marB="137160" anchor="ctr"/>
                </a:tc>
                <a:tc>
                  <a:txBody>
                    <a:bodyPr/>
                    <a:lstStyle/>
                    <a:p>
                      <a:pPr algn="ctr">
                        <a:buNone/>
                      </a:pPr>
                      <a:r>
                        <a:rPr lang="en-US" sz="3200"/>
                        <a:t>0.000</a:t>
                      </a:r>
                    </a:p>
                  </a:txBody>
                  <a:tcPr marL="137160" marR="137160" marT="137160" marB="137160" anchor="ctr"/>
                </a:tc>
                <a:extLst>
                  <a:ext uri="{0D108BD9-81ED-4DB2-BD59-A6C34878D82A}">
                    <a16:rowId xmlns:a16="http://schemas.microsoft.com/office/drawing/2014/main" val="3178601567"/>
                  </a:ext>
                </a:extLst>
              </a:tr>
              <a:tr h="594960">
                <a:tc>
                  <a:txBody>
                    <a:bodyPr/>
                    <a:lstStyle/>
                    <a:p>
                      <a:pPr algn="ctr">
                        <a:buNone/>
                      </a:pPr>
                      <a:r>
                        <a:rPr lang="en-US" sz="3200">
                          <a:effectLst/>
                        </a:rPr>
                        <a:t>Wild Card Game*</a:t>
                      </a:r>
                      <a:endParaRPr lang="en-US" sz="3200" err="1">
                        <a:effectLst/>
                      </a:endParaRPr>
                    </a:p>
                  </a:txBody>
                  <a:tcPr marL="137160" marR="137160" marT="137160" marB="137160" anchor="ctr"/>
                </a:tc>
                <a:tc>
                  <a:txBody>
                    <a:bodyPr/>
                    <a:lstStyle/>
                    <a:p>
                      <a:pPr algn="ctr">
                        <a:buNone/>
                      </a:pPr>
                      <a:r>
                        <a:rPr lang="en-US" sz="3200"/>
                        <a:t>10679</a:t>
                      </a:r>
                    </a:p>
                  </a:txBody>
                  <a:tcPr marL="137160" marR="137160" marT="137160" marB="137160" anchor="ctr"/>
                </a:tc>
                <a:tc>
                  <a:txBody>
                    <a:bodyPr/>
                    <a:lstStyle/>
                    <a:p>
                      <a:pPr algn="ctr">
                        <a:buNone/>
                      </a:pPr>
                      <a:r>
                        <a:rPr lang="en-US" sz="3200"/>
                        <a:t>1257</a:t>
                      </a:r>
                    </a:p>
                  </a:txBody>
                  <a:tcPr marL="137160" marR="137160" marT="137160" marB="137160" anchor="ctr"/>
                </a:tc>
                <a:tc>
                  <a:txBody>
                    <a:bodyPr/>
                    <a:lstStyle/>
                    <a:p>
                      <a:pPr algn="ctr">
                        <a:buNone/>
                      </a:pPr>
                      <a:r>
                        <a:rPr lang="en-US" sz="3200"/>
                        <a:t>8.50</a:t>
                      </a:r>
                    </a:p>
                  </a:txBody>
                  <a:tcPr marL="137160" marR="137160" marT="137160" marB="137160" anchor="ctr"/>
                </a:tc>
                <a:tc>
                  <a:txBody>
                    <a:bodyPr/>
                    <a:lstStyle/>
                    <a:p>
                      <a:pPr algn="ctr">
                        <a:buNone/>
                      </a:pPr>
                      <a:r>
                        <a:rPr lang="en-US" sz="3200"/>
                        <a:t>0.000</a:t>
                      </a:r>
                    </a:p>
                  </a:txBody>
                  <a:tcPr marL="137160" marR="137160" marT="137160" marB="137160" anchor="ctr"/>
                </a:tc>
                <a:extLst>
                  <a:ext uri="{0D108BD9-81ED-4DB2-BD59-A6C34878D82A}">
                    <a16:rowId xmlns:a16="http://schemas.microsoft.com/office/drawing/2014/main" val="1996707876"/>
                  </a:ext>
                </a:extLst>
              </a:tr>
              <a:tr h="594960">
                <a:tc>
                  <a:txBody>
                    <a:bodyPr/>
                    <a:lstStyle/>
                    <a:p>
                      <a:pPr algn="ctr">
                        <a:buNone/>
                      </a:pPr>
                      <a:r>
                        <a:rPr lang="en-US" sz="3200">
                          <a:effectLst/>
                        </a:rPr>
                        <a:t>League Championship*</a:t>
                      </a:r>
                      <a:endParaRPr lang="en-US" sz="3200" err="1">
                        <a:effectLst/>
                      </a:endParaRPr>
                    </a:p>
                  </a:txBody>
                  <a:tcPr marL="137160" marR="137160" marT="137160" marB="137160" anchor="ctr"/>
                </a:tc>
                <a:tc>
                  <a:txBody>
                    <a:bodyPr/>
                    <a:lstStyle/>
                    <a:p>
                      <a:pPr algn="ctr">
                        <a:buNone/>
                      </a:pPr>
                      <a:r>
                        <a:rPr lang="en-US" sz="3200"/>
                        <a:t>6593</a:t>
                      </a:r>
                    </a:p>
                  </a:txBody>
                  <a:tcPr marL="137160" marR="137160" marT="137160" marB="137160" anchor="ctr"/>
                </a:tc>
                <a:tc>
                  <a:txBody>
                    <a:bodyPr/>
                    <a:lstStyle/>
                    <a:p>
                      <a:pPr algn="ctr">
                        <a:buNone/>
                      </a:pPr>
                      <a:r>
                        <a:rPr lang="en-US" sz="3200"/>
                        <a:t>868</a:t>
                      </a:r>
                    </a:p>
                  </a:txBody>
                  <a:tcPr marL="137160" marR="137160" marT="137160" marB="137160" anchor="ctr"/>
                </a:tc>
                <a:tc>
                  <a:txBody>
                    <a:bodyPr/>
                    <a:lstStyle/>
                    <a:p>
                      <a:pPr algn="ctr">
                        <a:buNone/>
                      </a:pPr>
                      <a:r>
                        <a:rPr lang="en-US" sz="3200"/>
                        <a:t>7.60</a:t>
                      </a:r>
                    </a:p>
                  </a:txBody>
                  <a:tcPr marL="137160" marR="137160" marT="137160" marB="137160" anchor="ctr"/>
                </a:tc>
                <a:tc>
                  <a:txBody>
                    <a:bodyPr/>
                    <a:lstStyle/>
                    <a:p>
                      <a:pPr algn="ctr">
                        <a:buNone/>
                      </a:pPr>
                      <a:r>
                        <a:rPr lang="en-US" sz="3200"/>
                        <a:t>0.000</a:t>
                      </a:r>
                    </a:p>
                  </a:txBody>
                  <a:tcPr marL="137160" marR="137160" marT="137160" marB="137160" anchor="ctr"/>
                </a:tc>
                <a:extLst>
                  <a:ext uri="{0D108BD9-81ED-4DB2-BD59-A6C34878D82A}">
                    <a16:rowId xmlns:a16="http://schemas.microsoft.com/office/drawing/2014/main" val="198875473"/>
                  </a:ext>
                </a:extLst>
              </a:tr>
              <a:tr h="594960">
                <a:tc>
                  <a:txBody>
                    <a:bodyPr/>
                    <a:lstStyle/>
                    <a:p>
                      <a:pPr algn="ctr">
                        <a:buNone/>
                      </a:pPr>
                      <a:r>
                        <a:rPr lang="en-US" sz="3200">
                          <a:effectLst/>
                        </a:rPr>
                        <a:t>World Series*</a:t>
                      </a:r>
                      <a:endParaRPr lang="en-US" sz="3200" err="1">
                        <a:effectLst/>
                      </a:endParaRPr>
                    </a:p>
                  </a:txBody>
                  <a:tcPr marL="137160" marR="137160" marT="137160" marB="137160" anchor="ctr"/>
                </a:tc>
                <a:tc>
                  <a:txBody>
                    <a:bodyPr/>
                    <a:lstStyle/>
                    <a:p>
                      <a:pPr algn="ctr">
                        <a:buNone/>
                      </a:pPr>
                      <a:r>
                        <a:rPr lang="en-US" sz="3200"/>
                        <a:t>2578</a:t>
                      </a:r>
                    </a:p>
                  </a:txBody>
                  <a:tcPr marL="137160" marR="137160" marT="137160" marB="137160" anchor="ctr"/>
                </a:tc>
                <a:tc>
                  <a:txBody>
                    <a:bodyPr/>
                    <a:lstStyle/>
                    <a:p>
                      <a:pPr algn="ctr">
                        <a:buNone/>
                      </a:pPr>
                      <a:r>
                        <a:rPr lang="en-US" sz="3200"/>
                        <a:t>1353</a:t>
                      </a:r>
                    </a:p>
                  </a:txBody>
                  <a:tcPr marL="137160" marR="137160" marT="137160" marB="137160" anchor="ctr"/>
                </a:tc>
                <a:tc>
                  <a:txBody>
                    <a:bodyPr/>
                    <a:lstStyle/>
                    <a:p>
                      <a:pPr algn="ctr">
                        <a:buNone/>
                      </a:pPr>
                      <a:r>
                        <a:rPr lang="en-US" sz="3200"/>
                        <a:t>1.91</a:t>
                      </a:r>
                    </a:p>
                  </a:txBody>
                  <a:tcPr marL="137160" marR="137160" marT="137160" marB="137160" anchor="ctr"/>
                </a:tc>
                <a:tc>
                  <a:txBody>
                    <a:bodyPr/>
                    <a:lstStyle/>
                    <a:p>
                      <a:pPr algn="ctr">
                        <a:buNone/>
                      </a:pPr>
                      <a:r>
                        <a:rPr lang="en-US" sz="3200"/>
                        <a:t>0.057</a:t>
                      </a:r>
                    </a:p>
                  </a:txBody>
                  <a:tcPr marL="137160" marR="137160" marT="137160" marB="137160" anchor="ctr"/>
                </a:tc>
                <a:extLst>
                  <a:ext uri="{0D108BD9-81ED-4DB2-BD59-A6C34878D82A}">
                    <a16:rowId xmlns:a16="http://schemas.microsoft.com/office/drawing/2014/main" val="2115396301"/>
                  </a:ext>
                </a:extLst>
              </a:tr>
              <a:tr h="594960">
                <a:tc>
                  <a:txBody>
                    <a:bodyPr/>
                    <a:lstStyle/>
                    <a:p>
                      <a:pPr lvl="0" algn="ctr">
                        <a:buNone/>
                      </a:pPr>
                      <a:r>
                        <a:rPr lang="en-US" sz="3200">
                          <a:effectLst/>
                        </a:rPr>
                        <a:t>Division*Game Number</a:t>
                      </a:r>
                      <a:endParaRPr lang="en-US"/>
                    </a:p>
                  </a:txBody>
                  <a:tcPr marL="137160" marR="137160" marT="137160" marB="137160" anchor="ctr"/>
                </a:tc>
                <a:tc>
                  <a:txBody>
                    <a:bodyPr/>
                    <a:lstStyle/>
                    <a:p>
                      <a:pPr lvl="0" algn="ctr">
                        <a:buNone/>
                      </a:pPr>
                      <a:r>
                        <a:rPr lang="en-US" sz="3200"/>
                        <a:t>-4</a:t>
                      </a:r>
                      <a:endParaRPr lang="en-US"/>
                    </a:p>
                  </a:txBody>
                  <a:tcPr marL="137160" marR="137160" marT="137160" marB="137160" anchor="ctr"/>
                </a:tc>
                <a:tc>
                  <a:txBody>
                    <a:bodyPr/>
                    <a:lstStyle/>
                    <a:p>
                      <a:pPr lvl="0" algn="ctr">
                        <a:buNone/>
                      </a:pPr>
                      <a:r>
                        <a:rPr lang="en-US" sz="3200"/>
                        <a:t>2</a:t>
                      </a:r>
                      <a:endParaRPr lang="en-US"/>
                    </a:p>
                  </a:txBody>
                  <a:tcPr marL="137160" marR="137160" marT="137160" marB="137160" anchor="ctr"/>
                </a:tc>
                <a:tc>
                  <a:txBody>
                    <a:bodyPr/>
                    <a:lstStyle/>
                    <a:p>
                      <a:pPr lvl="0" algn="ctr">
                        <a:buNone/>
                      </a:pPr>
                      <a:r>
                        <a:rPr lang="en-US" sz="3200"/>
                        <a:t>-1.94</a:t>
                      </a:r>
                      <a:endParaRPr lang="en-US"/>
                    </a:p>
                  </a:txBody>
                  <a:tcPr marL="137160" marR="137160" marT="137160" marB="137160" anchor="ctr"/>
                </a:tc>
                <a:tc>
                  <a:txBody>
                    <a:bodyPr/>
                    <a:lstStyle/>
                    <a:p>
                      <a:pPr lvl="0" algn="ctr">
                        <a:buNone/>
                      </a:pPr>
                      <a:r>
                        <a:rPr lang="en-US" sz="3200"/>
                        <a:t>0.053</a:t>
                      </a:r>
                      <a:endParaRPr lang="en-US"/>
                    </a:p>
                  </a:txBody>
                  <a:tcPr marL="137160" marR="137160" marT="137160" marB="137160" anchor="ctr"/>
                </a:tc>
                <a:extLst>
                  <a:ext uri="{0D108BD9-81ED-4DB2-BD59-A6C34878D82A}">
                    <a16:rowId xmlns:a16="http://schemas.microsoft.com/office/drawing/2014/main" val="2393170880"/>
                  </a:ext>
                </a:extLst>
              </a:tr>
            </a:tbl>
          </a:graphicData>
        </a:graphic>
      </p:graphicFrame>
      <p:sp>
        <p:nvSpPr>
          <p:cNvPr id="17" name="TextBox 16">
            <a:extLst>
              <a:ext uri="{FF2B5EF4-FFF2-40B4-BE49-F238E27FC236}">
                <a16:creationId xmlns:a16="http://schemas.microsoft.com/office/drawing/2014/main" id="{60664517-92A1-C38E-13C5-B2C3848B17FC}"/>
              </a:ext>
            </a:extLst>
          </p:cNvPr>
          <p:cNvSpPr txBox="1"/>
          <p:nvPr/>
        </p:nvSpPr>
        <p:spPr>
          <a:xfrm>
            <a:off x="4893469" y="8697515"/>
            <a:ext cx="848320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ea typeface="Calibri"/>
                <a:cs typeface="Calibri"/>
              </a:rPr>
              <a:t>*Reference is Regular Season</a:t>
            </a:r>
          </a:p>
          <a:p>
            <a:pPr algn="ctr"/>
            <a:r>
              <a:rPr lang="en-US" sz="3200">
                <a:ea typeface="Calibri"/>
                <a:cs typeface="Calibri"/>
              </a:rPr>
              <a:t>**Dummy Variable</a:t>
            </a:r>
          </a:p>
        </p:txBody>
      </p:sp>
    </p:spTree>
    <p:extLst>
      <p:ext uri="{BB962C8B-B14F-4D97-AF65-F5344CB8AC3E}">
        <p14:creationId xmlns:p14="http://schemas.microsoft.com/office/powerpoint/2010/main" val="3019897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C92EE-F45C-D8D6-345F-AF055BE5028F}"/>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E685FBF8-DE87-27CF-9163-26A6DA4A8BF4}"/>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93044D68-955F-F3B0-CF3F-EB6F18F9CD2C}"/>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CD467472-3FC5-4F55-A45D-2ECA6460E25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74B867F9-2202-D021-44FF-59079B06D13E}"/>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C5B442F2-E846-9AA6-4F53-851D82907EEF}"/>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17A8CD39-44B3-E5CC-5761-F71DE009760F}"/>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37DAD602-CF5B-CDE1-9193-9D5DE7D46628}"/>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A2CB132D-2792-E851-BC20-D3A8BEE11D20}"/>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EDFACCC2-B122-BF5C-AA92-F1907D52F01B}"/>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Results</a:t>
              </a:r>
              <a:endParaRPr lang="en-US" sz="10109" spc="-293">
                <a:solidFill>
                  <a:srgbClr val="000000"/>
                </a:solidFill>
                <a:latin typeface="Paalalabas Wide"/>
                <a:ea typeface="Paalalabas Wide"/>
                <a:cs typeface="Paalalabas Wide"/>
                <a:sym typeface="Paalalabas Wide"/>
              </a:endParaRPr>
            </a:p>
          </p:txBody>
        </p:sp>
        <p:sp>
          <p:nvSpPr>
            <p:cNvPr id="12" name="TextBox 11">
              <a:extLst>
                <a:ext uri="{FF2B5EF4-FFF2-40B4-BE49-F238E27FC236}">
                  <a16:creationId xmlns:a16="http://schemas.microsoft.com/office/drawing/2014/main" id="{069E1999-A832-F115-6D3D-77E3FA9831DB}"/>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9CF6B3DE-BEEB-B6A0-5BD9-4F142F158033}"/>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graphicFrame>
        <p:nvGraphicFramePr>
          <p:cNvPr id="17" name="Table 16">
            <a:extLst>
              <a:ext uri="{FF2B5EF4-FFF2-40B4-BE49-F238E27FC236}">
                <a16:creationId xmlns:a16="http://schemas.microsoft.com/office/drawing/2014/main" id="{F7910EE4-4C3A-DBAA-BA67-B8C15D916493}"/>
              </a:ext>
            </a:extLst>
          </p:cNvPr>
          <p:cNvGraphicFramePr>
            <a:graphicFrameLocks noGrp="1"/>
          </p:cNvGraphicFramePr>
          <p:nvPr>
            <p:extLst>
              <p:ext uri="{D42A27DB-BD31-4B8C-83A1-F6EECF244321}">
                <p14:modId xmlns:p14="http://schemas.microsoft.com/office/powerpoint/2010/main" val="1229448772"/>
              </p:ext>
            </p:extLst>
          </p:nvPr>
        </p:nvGraphicFramePr>
        <p:xfrm>
          <a:off x="3946922" y="1928813"/>
          <a:ext cx="10413877" cy="7735736"/>
        </p:xfrm>
        <a:graphic>
          <a:graphicData uri="http://schemas.openxmlformats.org/drawingml/2006/table">
            <a:tbl>
              <a:tblPr firstRow="1" bandRow="1">
                <a:tableStyleId>{21E4AEA4-8DFA-4A89-87EB-49C32662AFE0}</a:tableStyleId>
              </a:tblPr>
              <a:tblGrid>
                <a:gridCol w="2666918">
                  <a:extLst>
                    <a:ext uri="{9D8B030D-6E8A-4147-A177-3AD203B41FA5}">
                      <a16:colId xmlns:a16="http://schemas.microsoft.com/office/drawing/2014/main" val="2272098572"/>
                    </a:ext>
                  </a:extLst>
                </a:gridCol>
                <a:gridCol w="2702736">
                  <a:extLst>
                    <a:ext uri="{9D8B030D-6E8A-4147-A177-3AD203B41FA5}">
                      <a16:colId xmlns:a16="http://schemas.microsoft.com/office/drawing/2014/main" val="2464444488"/>
                    </a:ext>
                  </a:extLst>
                </a:gridCol>
                <a:gridCol w="1952603">
                  <a:extLst>
                    <a:ext uri="{9D8B030D-6E8A-4147-A177-3AD203B41FA5}">
                      <a16:colId xmlns:a16="http://schemas.microsoft.com/office/drawing/2014/main" val="2270234893"/>
                    </a:ext>
                  </a:extLst>
                </a:gridCol>
                <a:gridCol w="1545810">
                  <a:extLst>
                    <a:ext uri="{9D8B030D-6E8A-4147-A177-3AD203B41FA5}">
                      <a16:colId xmlns:a16="http://schemas.microsoft.com/office/drawing/2014/main" val="1086091995"/>
                    </a:ext>
                  </a:extLst>
                </a:gridCol>
                <a:gridCol w="1545810">
                  <a:extLst>
                    <a:ext uri="{9D8B030D-6E8A-4147-A177-3AD203B41FA5}">
                      <a16:colId xmlns:a16="http://schemas.microsoft.com/office/drawing/2014/main" val="4045589054"/>
                    </a:ext>
                  </a:extLst>
                </a:gridCol>
              </a:tblGrid>
              <a:tr h="540572">
                <a:tc>
                  <a:txBody>
                    <a:bodyPr/>
                    <a:lstStyle/>
                    <a:p>
                      <a:pPr algn="ctr">
                        <a:buNone/>
                      </a:pPr>
                      <a:r>
                        <a:rPr lang="en-US" sz="3200">
                          <a:effectLst/>
                        </a:rPr>
                        <a:t>Variable</a:t>
                      </a:r>
                    </a:p>
                  </a:txBody>
                  <a:tcPr marL="137160" marR="137160" marT="137160" marB="137160" anchor="ctr"/>
                </a:tc>
                <a:tc>
                  <a:txBody>
                    <a:bodyPr/>
                    <a:lstStyle/>
                    <a:p>
                      <a:pPr algn="ctr">
                        <a:buNone/>
                      </a:pPr>
                      <a:r>
                        <a:rPr lang="en-US" sz="3200">
                          <a:effectLst/>
                        </a:rPr>
                        <a:t>Coefficient</a:t>
                      </a:r>
                    </a:p>
                  </a:txBody>
                  <a:tcPr marL="137160" marR="137160" marT="137160" marB="137160" anchor="ctr"/>
                </a:tc>
                <a:tc>
                  <a:txBody>
                    <a:bodyPr/>
                    <a:lstStyle/>
                    <a:p>
                      <a:pPr algn="ctr">
                        <a:buNone/>
                      </a:pPr>
                      <a:r>
                        <a:rPr lang="en-US" sz="3200">
                          <a:effectLst/>
                        </a:rPr>
                        <a:t>Std. Error</a:t>
                      </a:r>
                    </a:p>
                  </a:txBody>
                  <a:tcPr marL="137160" marR="137160" marT="137160" marB="137160" anchor="ctr"/>
                </a:tc>
                <a:tc>
                  <a:txBody>
                    <a:bodyPr/>
                    <a:lstStyle/>
                    <a:p>
                      <a:pPr algn="ctr">
                        <a:buNone/>
                      </a:pPr>
                      <a:r>
                        <a:rPr lang="en-US" sz="3200">
                          <a:effectLst/>
                        </a:rPr>
                        <a:t>t-value</a:t>
                      </a:r>
                    </a:p>
                  </a:txBody>
                  <a:tcPr marL="137160" marR="137160" marT="137160" marB="137160" anchor="ctr"/>
                </a:tc>
                <a:tc>
                  <a:txBody>
                    <a:bodyPr/>
                    <a:lstStyle/>
                    <a:p>
                      <a:pPr algn="ctr">
                        <a:buNone/>
                      </a:pPr>
                      <a:r>
                        <a:rPr lang="en-US" sz="3200">
                          <a:effectLst/>
                        </a:rPr>
                        <a:t>p value</a:t>
                      </a:r>
                    </a:p>
                  </a:txBody>
                  <a:tcPr marL="137160" marR="137160" marT="137160" marB="137160" anchor="ctr"/>
                </a:tc>
                <a:extLst>
                  <a:ext uri="{0D108BD9-81ED-4DB2-BD59-A6C34878D82A}">
                    <a16:rowId xmlns:a16="http://schemas.microsoft.com/office/drawing/2014/main" val="128701639"/>
                  </a:ext>
                </a:extLst>
              </a:tr>
              <a:tr h="540572">
                <a:tc>
                  <a:txBody>
                    <a:bodyPr/>
                    <a:lstStyle/>
                    <a:p>
                      <a:pPr algn="ctr">
                        <a:buNone/>
                      </a:pPr>
                      <a:r>
                        <a:rPr lang="en-US" sz="3200">
                          <a:effectLst/>
                        </a:rPr>
                        <a:t>Cloudy</a:t>
                      </a:r>
                    </a:p>
                  </a:txBody>
                  <a:tcPr marL="137160" marR="137160" marT="137160" marB="137160" anchor="ctr"/>
                </a:tc>
                <a:tc>
                  <a:txBody>
                    <a:bodyPr/>
                    <a:lstStyle/>
                    <a:p>
                      <a:pPr algn="ctr">
                        <a:buNone/>
                      </a:pPr>
                      <a:r>
                        <a:rPr lang="en-US" sz="3200"/>
                        <a:t>-568</a:t>
                      </a:r>
                    </a:p>
                  </a:txBody>
                  <a:tcPr marL="137160" marR="137160" marT="137160" marB="137160" anchor="ctr"/>
                </a:tc>
                <a:tc>
                  <a:txBody>
                    <a:bodyPr/>
                    <a:lstStyle/>
                    <a:p>
                      <a:pPr algn="ctr">
                        <a:buNone/>
                      </a:pPr>
                      <a:r>
                        <a:rPr lang="en-US" sz="3200"/>
                        <a:t>166</a:t>
                      </a:r>
                    </a:p>
                  </a:txBody>
                  <a:tcPr marL="137160" marR="137160" marT="137160" marB="137160" anchor="ctr"/>
                </a:tc>
                <a:tc>
                  <a:txBody>
                    <a:bodyPr/>
                    <a:lstStyle/>
                    <a:p>
                      <a:pPr algn="ctr">
                        <a:buNone/>
                      </a:pPr>
                      <a:r>
                        <a:rPr lang="en-US" sz="3200"/>
                        <a:t>-3.42</a:t>
                      </a:r>
                    </a:p>
                  </a:txBody>
                  <a:tcPr marL="137160" marR="137160" marT="137160" marB="137160" anchor="ctr"/>
                </a:tc>
                <a:tc>
                  <a:txBody>
                    <a:bodyPr/>
                    <a:lstStyle/>
                    <a:p>
                      <a:pPr algn="ctr">
                        <a:buNone/>
                      </a:pPr>
                      <a:r>
                        <a:rPr lang="en-US" sz="3200"/>
                        <a:t>0.001</a:t>
                      </a:r>
                    </a:p>
                  </a:txBody>
                  <a:tcPr marL="137160" marR="137160" marT="137160" marB="137160" anchor="ctr"/>
                </a:tc>
                <a:extLst>
                  <a:ext uri="{0D108BD9-81ED-4DB2-BD59-A6C34878D82A}">
                    <a16:rowId xmlns:a16="http://schemas.microsoft.com/office/drawing/2014/main" val="738594999"/>
                  </a:ext>
                </a:extLst>
              </a:tr>
              <a:tr h="540572">
                <a:tc>
                  <a:txBody>
                    <a:bodyPr/>
                    <a:lstStyle/>
                    <a:p>
                      <a:pPr algn="ctr">
                        <a:buNone/>
                      </a:pPr>
                      <a:r>
                        <a:rPr lang="en-US" sz="3200">
                          <a:effectLst/>
                        </a:rPr>
                        <a:t>Dome</a:t>
                      </a:r>
                    </a:p>
                  </a:txBody>
                  <a:tcPr marL="137160" marR="137160" marT="137160" marB="137160" anchor="ctr"/>
                </a:tc>
                <a:tc>
                  <a:txBody>
                    <a:bodyPr/>
                    <a:lstStyle/>
                    <a:p>
                      <a:pPr algn="ctr">
                        <a:buNone/>
                      </a:pPr>
                      <a:r>
                        <a:rPr lang="en-US" sz="3200"/>
                        <a:t>-1678</a:t>
                      </a:r>
                    </a:p>
                  </a:txBody>
                  <a:tcPr marL="137160" marR="137160" marT="137160" marB="137160" anchor="ctr"/>
                </a:tc>
                <a:tc>
                  <a:txBody>
                    <a:bodyPr/>
                    <a:lstStyle/>
                    <a:p>
                      <a:pPr algn="ctr">
                        <a:buNone/>
                      </a:pPr>
                      <a:r>
                        <a:rPr lang="en-US" sz="3200"/>
                        <a:t>989</a:t>
                      </a:r>
                    </a:p>
                  </a:txBody>
                  <a:tcPr marL="137160" marR="137160" marT="137160" marB="137160" anchor="ctr"/>
                </a:tc>
                <a:tc>
                  <a:txBody>
                    <a:bodyPr/>
                    <a:lstStyle/>
                    <a:p>
                      <a:pPr algn="ctr">
                        <a:buNone/>
                      </a:pPr>
                      <a:r>
                        <a:rPr lang="en-US" sz="3200"/>
                        <a:t>-1.70</a:t>
                      </a:r>
                    </a:p>
                  </a:txBody>
                  <a:tcPr marL="137160" marR="137160" marT="137160" marB="137160" anchor="ctr"/>
                </a:tc>
                <a:tc>
                  <a:txBody>
                    <a:bodyPr/>
                    <a:lstStyle/>
                    <a:p>
                      <a:pPr algn="ctr">
                        <a:buNone/>
                      </a:pPr>
                      <a:r>
                        <a:rPr lang="en-US" sz="3200"/>
                        <a:t>0.090</a:t>
                      </a:r>
                    </a:p>
                  </a:txBody>
                  <a:tcPr marL="137160" marR="137160" marT="137160" marB="137160" anchor="ctr"/>
                </a:tc>
                <a:extLst>
                  <a:ext uri="{0D108BD9-81ED-4DB2-BD59-A6C34878D82A}">
                    <a16:rowId xmlns:a16="http://schemas.microsoft.com/office/drawing/2014/main" val="1201784415"/>
                  </a:ext>
                </a:extLst>
              </a:tr>
              <a:tr h="540572">
                <a:tc>
                  <a:txBody>
                    <a:bodyPr/>
                    <a:lstStyle/>
                    <a:p>
                      <a:pPr algn="ctr">
                        <a:buNone/>
                      </a:pPr>
                      <a:r>
                        <a:rPr lang="en-US" sz="3200">
                          <a:effectLst/>
                        </a:rPr>
                        <a:t>Drizzle</a:t>
                      </a:r>
                    </a:p>
                  </a:txBody>
                  <a:tcPr marL="137160" marR="137160" marT="137160" marB="137160" anchor="ctr"/>
                </a:tc>
                <a:tc>
                  <a:txBody>
                    <a:bodyPr/>
                    <a:lstStyle/>
                    <a:p>
                      <a:pPr algn="ctr">
                        <a:buNone/>
                      </a:pPr>
                      <a:r>
                        <a:rPr lang="en-US" sz="3200"/>
                        <a:t>-1772</a:t>
                      </a:r>
                    </a:p>
                  </a:txBody>
                  <a:tcPr marL="137160" marR="137160" marT="137160" marB="137160" anchor="ctr"/>
                </a:tc>
                <a:tc>
                  <a:txBody>
                    <a:bodyPr/>
                    <a:lstStyle/>
                    <a:p>
                      <a:pPr algn="ctr">
                        <a:buNone/>
                      </a:pPr>
                      <a:r>
                        <a:rPr lang="en-US" sz="3200"/>
                        <a:t>593</a:t>
                      </a:r>
                    </a:p>
                  </a:txBody>
                  <a:tcPr marL="137160" marR="137160" marT="137160" marB="137160" anchor="ctr"/>
                </a:tc>
                <a:tc>
                  <a:txBody>
                    <a:bodyPr/>
                    <a:lstStyle/>
                    <a:p>
                      <a:pPr algn="ctr">
                        <a:buNone/>
                      </a:pPr>
                      <a:r>
                        <a:rPr lang="en-US" sz="3200"/>
                        <a:t>-2.99</a:t>
                      </a:r>
                    </a:p>
                  </a:txBody>
                  <a:tcPr marL="137160" marR="137160" marT="137160" marB="137160" anchor="ctr"/>
                </a:tc>
                <a:tc>
                  <a:txBody>
                    <a:bodyPr/>
                    <a:lstStyle/>
                    <a:p>
                      <a:pPr algn="ctr">
                        <a:buNone/>
                      </a:pPr>
                      <a:r>
                        <a:rPr lang="en-US" sz="3200"/>
                        <a:t>0.003</a:t>
                      </a:r>
                    </a:p>
                  </a:txBody>
                  <a:tcPr marL="137160" marR="137160" marT="137160" marB="137160" anchor="ctr"/>
                </a:tc>
                <a:extLst>
                  <a:ext uri="{0D108BD9-81ED-4DB2-BD59-A6C34878D82A}">
                    <a16:rowId xmlns:a16="http://schemas.microsoft.com/office/drawing/2014/main" val="3296486858"/>
                  </a:ext>
                </a:extLst>
              </a:tr>
              <a:tr h="540572">
                <a:tc>
                  <a:txBody>
                    <a:bodyPr/>
                    <a:lstStyle/>
                    <a:p>
                      <a:pPr algn="ctr">
                        <a:buNone/>
                      </a:pPr>
                      <a:r>
                        <a:rPr lang="en-US" sz="3200">
                          <a:effectLst/>
                        </a:rPr>
                        <a:t>Overcast</a:t>
                      </a:r>
                    </a:p>
                  </a:txBody>
                  <a:tcPr marL="137160" marR="137160" marT="137160" marB="137160" anchor="ctr"/>
                </a:tc>
                <a:tc>
                  <a:txBody>
                    <a:bodyPr/>
                    <a:lstStyle/>
                    <a:p>
                      <a:pPr algn="ctr">
                        <a:buNone/>
                      </a:pPr>
                      <a:r>
                        <a:rPr lang="en-US" sz="3200"/>
                        <a:t>-790</a:t>
                      </a:r>
                    </a:p>
                  </a:txBody>
                  <a:tcPr marL="137160" marR="137160" marT="137160" marB="137160" anchor="ctr"/>
                </a:tc>
                <a:tc>
                  <a:txBody>
                    <a:bodyPr/>
                    <a:lstStyle/>
                    <a:p>
                      <a:pPr algn="ctr">
                        <a:buNone/>
                      </a:pPr>
                      <a:r>
                        <a:rPr lang="en-US" sz="3200"/>
                        <a:t>230</a:t>
                      </a:r>
                    </a:p>
                  </a:txBody>
                  <a:tcPr marL="137160" marR="137160" marT="137160" marB="137160" anchor="ctr"/>
                </a:tc>
                <a:tc>
                  <a:txBody>
                    <a:bodyPr/>
                    <a:lstStyle/>
                    <a:p>
                      <a:pPr algn="ctr">
                        <a:buNone/>
                      </a:pPr>
                      <a:r>
                        <a:rPr lang="en-US" sz="3200"/>
                        <a:t>-3.44</a:t>
                      </a:r>
                    </a:p>
                  </a:txBody>
                  <a:tcPr marL="137160" marR="137160" marT="137160" marB="137160" anchor="ctr"/>
                </a:tc>
                <a:tc>
                  <a:txBody>
                    <a:bodyPr/>
                    <a:lstStyle/>
                    <a:p>
                      <a:pPr algn="ctr">
                        <a:buNone/>
                      </a:pPr>
                      <a:r>
                        <a:rPr lang="en-US" sz="3200"/>
                        <a:t>0.001</a:t>
                      </a:r>
                    </a:p>
                  </a:txBody>
                  <a:tcPr marL="137160" marR="137160" marT="137160" marB="137160" anchor="ctr"/>
                </a:tc>
                <a:extLst>
                  <a:ext uri="{0D108BD9-81ED-4DB2-BD59-A6C34878D82A}">
                    <a16:rowId xmlns:a16="http://schemas.microsoft.com/office/drawing/2014/main" val="1580975529"/>
                  </a:ext>
                </a:extLst>
              </a:tr>
              <a:tr h="819868">
                <a:tc>
                  <a:txBody>
                    <a:bodyPr/>
                    <a:lstStyle/>
                    <a:p>
                      <a:pPr algn="ctr">
                        <a:buNone/>
                      </a:pPr>
                      <a:r>
                        <a:rPr lang="en-US" sz="3200">
                          <a:effectLst/>
                        </a:rPr>
                        <a:t>Partly Cloudy</a:t>
                      </a:r>
                    </a:p>
                  </a:txBody>
                  <a:tcPr marL="137160" marR="137160" marT="137160" marB="137160" anchor="ctr"/>
                </a:tc>
                <a:tc>
                  <a:txBody>
                    <a:bodyPr/>
                    <a:lstStyle/>
                    <a:p>
                      <a:pPr algn="ctr">
                        <a:buNone/>
                      </a:pPr>
                      <a:r>
                        <a:rPr lang="en-US" sz="3200"/>
                        <a:t>-145</a:t>
                      </a:r>
                    </a:p>
                  </a:txBody>
                  <a:tcPr marL="137160" marR="137160" marT="137160" marB="137160" anchor="ctr"/>
                </a:tc>
                <a:tc>
                  <a:txBody>
                    <a:bodyPr/>
                    <a:lstStyle/>
                    <a:p>
                      <a:pPr algn="ctr">
                        <a:buNone/>
                      </a:pPr>
                      <a:r>
                        <a:rPr lang="en-US" sz="3200"/>
                        <a:t>141</a:t>
                      </a:r>
                    </a:p>
                  </a:txBody>
                  <a:tcPr marL="137160" marR="137160" marT="137160" marB="137160" anchor="ctr"/>
                </a:tc>
                <a:tc>
                  <a:txBody>
                    <a:bodyPr/>
                    <a:lstStyle/>
                    <a:p>
                      <a:pPr algn="ctr">
                        <a:buNone/>
                      </a:pPr>
                      <a:r>
                        <a:rPr lang="en-US" sz="3200"/>
                        <a:t>-1.03</a:t>
                      </a:r>
                    </a:p>
                  </a:txBody>
                  <a:tcPr marL="137160" marR="137160" marT="137160" marB="137160" anchor="ctr"/>
                </a:tc>
                <a:tc>
                  <a:txBody>
                    <a:bodyPr/>
                    <a:lstStyle/>
                    <a:p>
                      <a:pPr algn="ctr">
                        <a:buNone/>
                      </a:pPr>
                      <a:r>
                        <a:rPr lang="en-US" sz="3200"/>
                        <a:t>0.303</a:t>
                      </a:r>
                    </a:p>
                  </a:txBody>
                  <a:tcPr marL="137160" marR="137160" marT="137160" marB="137160" anchor="ctr"/>
                </a:tc>
                <a:extLst>
                  <a:ext uri="{0D108BD9-81ED-4DB2-BD59-A6C34878D82A}">
                    <a16:rowId xmlns:a16="http://schemas.microsoft.com/office/drawing/2014/main" val="1350916248"/>
                  </a:ext>
                </a:extLst>
              </a:tr>
              <a:tr h="540572">
                <a:tc>
                  <a:txBody>
                    <a:bodyPr/>
                    <a:lstStyle/>
                    <a:p>
                      <a:pPr algn="ctr">
                        <a:buNone/>
                      </a:pPr>
                      <a:r>
                        <a:rPr lang="en-US" sz="3200">
                          <a:effectLst/>
                        </a:rPr>
                        <a:t>Rain</a:t>
                      </a:r>
                    </a:p>
                  </a:txBody>
                  <a:tcPr marL="137160" marR="137160" marT="137160" marB="137160" anchor="ctr"/>
                </a:tc>
                <a:tc>
                  <a:txBody>
                    <a:bodyPr/>
                    <a:lstStyle/>
                    <a:p>
                      <a:pPr algn="ctr">
                        <a:buNone/>
                      </a:pPr>
                      <a:r>
                        <a:rPr lang="en-US" sz="3200"/>
                        <a:t>-1634</a:t>
                      </a:r>
                    </a:p>
                  </a:txBody>
                  <a:tcPr marL="137160" marR="137160" marT="137160" marB="137160" anchor="ctr"/>
                </a:tc>
                <a:tc>
                  <a:txBody>
                    <a:bodyPr/>
                    <a:lstStyle/>
                    <a:p>
                      <a:pPr algn="ctr">
                        <a:buNone/>
                      </a:pPr>
                      <a:r>
                        <a:rPr lang="en-US" sz="3200"/>
                        <a:t>622</a:t>
                      </a:r>
                    </a:p>
                  </a:txBody>
                  <a:tcPr marL="137160" marR="137160" marT="137160" marB="137160" anchor="ctr"/>
                </a:tc>
                <a:tc>
                  <a:txBody>
                    <a:bodyPr/>
                    <a:lstStyle/>
                    <a:p>
                      <a:pPr algn="ctr">
                        <a:buNone/>
                      </a:pPr>
                      <a:r>
                        <a:rPr lang="en-US" sz="3200"/>
                        <a:t>-2.63</a:t>
                      </a:r>
                    </a:p>
                  </a:txBody>
                  <a:tcPr marL="137160" marR="137160" marT="137160" marB="137160" anchor="ctr"/>
                </a:tc>
                <a:tc>
                  <a:txBody>
                    <a:bodyPr/>
                    <a:lstStyle/>
                    <a:p>
                      <a:pPr algn="ctr">
                        <a:buNone/>
                      </a:pPr>
                      <a:r>
                        <a:rPr lang="en-US" sz="3200"/>
                        <a:t>0.009</a:t>
                      </a:r>
                    </a:p>
                  </a:txBody>
                  <a:tcPr marL="137160" marR="137160" marT="137160" marB="137160" anchor="ctr"/>
                </a:tc>
                <a:extLst>
                  <a:ext uri="{0D108BD9-81ED-4DB2-BD59-A6C34878D82A}">
                    <a16:rowId xmlns:a16="http://schemas.microsoft.com/office/drawing/2014/main" val="2545745407"/>
                  </a:ext>
                </a:extLst>
              </a:tr>
              <a:tr h="819868">
                <a:tc>
                  <a:txBody>
                    <a:bodyPr/>
                    <a:lstStyle/>
                    <a:p>
                      <a:pPr algn="ctr">
                        <a:buNone/>
                      </a:pPr>
                      <a:r>
                        <a:rPr lang="en-US" sz="3200">
                          <a:effectLst/>
                        </a:rPr>
                        <a:t>Roof Closed</a:t>
                      </a:r>
                    </a:p>
                  </a:txBody>
                  <a:tcPr marL="137160" marR="137160" marT="137160" marB="137160" anchor="ctr"/>
                </a:tc>
                <a:tc>
                  <a:txBody>
                    <a:bodyPr/>
                    <a:lstStyle/>
                    <a:p>
                      <a:pPr algn="ctr">
                        <a:buNone/>
                      </a:pPr>
                      <a:r>
                        <a:rPr lang="en-US" sz="3200"/>
                        <a:t>-577</a:t>
                      </a:r>
                    </a:p>
                  </a:txBody>
                  <a:tcPr marL="137160" marR="137160" marT="137160" marB="137160" anchor="ctr"/>
                </a:tc>
                <a:tc>
                  <a:txBody>
                    <a:bodyPr/>
                    <a:lstStyle/>
                    <a:p>
                      <a:pPr algn="ctr">
                        <a:buNone/>
                      </a:pPr>
                      <a:r>
                        <a:rPr lang="en-US" sz="3200"/>
                        <a:t>257</a:t>
                      </a:r>
                    </a:p>
                  </a:txBody>
                  <a:tcPr marL="137160" marR="137160" marT="137160" marB="137160" anchor="ctr"/>
                </a:tc>
                <a:tc>
                  <a:txBody>
                    <a:bodyPr/>
                    <a:lstStyle/>
                    <a:p>
                      <a:pPr algn="ctr">
                        <a:buNone/>
                      </a:pPr>
                      <a:r>
                        <a:rPr lang="en-US" sz="3200"/>
                        <a:t>-2.25</a:t>
                      </a:r>
                    </a:p>
                  </a:txBody>
                  <a:tcPr marL="137160" marR="137160" marT="137160" marB="137160" anchor="ctr"/>
                </a:tc>
                <a:tc>
                  <a:txBody>
                    <a:bodyPr/>
                    <a:lstStyle/>
                    <a:p>
                      <a:pPr algn="ctr">
                        <a:buNone/>
                      </a:pPr>
                      <a:r>
                        <a:rPr lang="en-US" sz="3200"/>
                        <a:t>0.024</a:t>
                      </a:r>
                    </a:p>
                  </a:txBody>
                  <a:tcPr marL="137160" marR="137160" marT="137160" marB="137160" anchor="ctr"/>
                </a:tc>
                <a:extLst>
                  <a:ext uri="{0D108BD9-81ED-4DB2-BD59-A6C34878D82A}">
                    <a16:rowId xmlns:a16="http://schemas.microsoft.com/office/drawing/2014/main" val="419969558"/>
                  </a:ext>
                </a:extLst>
              </a:tr>
              <a:tr h="540572">
                <a:tc>
                  <a:txBody>
                    <a:bodyPr/>
                    <a:lstStyle/>
                    <a:p>
                      <a:pPr algn="ctr">
                        <a:buNone/>
                      </a:pPr>
                      <a:r>
                        <a:rPr lang="en-US" sz="3200">
                          <a:effectLst/>
                        </a:rPr>
                        <a:t>Snow</a:t>
                      </a:r>
                    </a:p>
                  </a:txBody>
                  <a:tcPr marL="137160" marR="137160" marT="137160" marB="137160" anchor="ctr"/>
                </a:tc>
                <a:tc>
                  <a:txBody>
                    <a:bodyPr/>
                    <a:lstStyle/>
                    <a:p>
                      <a:pPr algn="ctr">
                        <a:buNone/>
                      </a:pPr>
                      <a:r>
                        <a:rPr lang="en-US" sz="3200"/>
                        <a:t>9929</a:t>
                      </a:r>
                    </a:p>
                  </a:txBody>
                  <a:tcPr marL="137160" marR="137160" marT="137160" marB="137160" anchor="ctr"/>
                </a:tc>
                <a:tc>
                  <a:txBody>
                    <a:bodyPr/>
                    <a:lstStyle/>
                    <a:p>
                      <a:pPr algn="ctr">
                        <a:buNone/>
                      </a:pPr>
                      <a:r>
                        <a:rPr lang="en-US" sz="3200"/>
                        <a:t>5609</a:t>
                      </a:r>
                    </a:p>
                  </a:txBody>
                  <a:tcPr marL="137160" marR="137160" marT="137160" marB="137160" anchor="ctr"/>
                </a:tc>
                <a:tc>
                  <a:txBody>
                    <a:bodyPr/>
                    <a:lstStyle/>
                    <a:p>
                      <a:pPr algn="ctr">
                        <a:buNone/>
                      </a:pPr>
                      <a:r>
                        <a:rPr lang="en-US" sz="3200"/>
                        <a:t>1.77</a:t>
                      </a:r>
                    </a:p>
                  </a:txBody>
                  <a:tcPr marL="137160" marR="137160" marT="137160" marB="137160" anchor="ctr"/>
                </a:tc>
                <a:tc>
                  <a:txBody>
                    <a:bodyPr/>
                    <a:lstStyle/>
                    <a:p>
                      <a:pPr algn="ctr">
                        <a:buNone/>
                      </a:pPr>
                      <a:r>
                        <a:rPr lang="en-US" sz="3200"/>
                        <a:t>0.077</a:t>
                      </a:r>
                    </a:p>
                  </a:txBody>
                  <a:tcPr marL="137160" marR="137160" marT="137160" marB="137160" anchor="ctr"/>
                </a:tc>
                <a:extLst>
                  <a:ext uri="{0D108BD9-81ED-4DB2-BD59-A6C34878D82A}">
                    <a16:rowId xmlns:a16="http://schemas.microsoft.com/office/drawing/2014/main" val="3584988360"/>
                  </a:ext>
                </a:extLst>
              </a:tr>
              <a:tr h="540572">
                <a:tc>
                  <a:txBody>
                    <a:bodyPr/>
                    <a:lstStyle/>
                    <a:p>
                      <a:pPr algn="ctr">
                        <a:buNone/>
                      </a:pPr>
                      <a:r>
                        <a:rPr lang="en-US" sz="3200">
                          <a:effectLst/>
                        </a:rPr>
                        <a:t>Sunny</a:t>
                      </a:r>
                    </a:p>
                  </a:txBody>
                  <a:tcPr marL="137160" marR="137160" marT="137160" marB="137160" anchor="ctr"/>
                </a:tc>
                <a:tc>
                  <a:txBody>
                    <a:bodyPr/>
                    <a:lstStyle/>
                    <a:p>
                      <a:pPr algn="ctr">
                        <a:buNone/>
                      </a:pPr>
                      <a:r>
                        <a:rPr lang="en-US" sz="3200"/>
                        <a:t>-876</a:t>
                      </a:r>
                    </a:p>
                  </a:txBody>
                  <a:tcPr marL="137160" marR="137160" marT="137160" marB="137160" anchor="ctr"/>
                </a:tc>
                <a:tc>
                  <a:txBody>
                    <a:bodyPr/>
                    <a:lstStyle/>
                    <a:p>
                      <a:pPr algn="ctr">
                        <a:buNone/>
                      </a:pPr>
                      <a:r>
                        <a:rPr lang="en-US" sz="3200"/>
                        <a:t>204</a:t>
                      </a:r>
                    </a:p>
                  </a:txBody>
                  <a:tcPr marL="137160" marR="137160" marT="137160" marB="137160" anchor="ctr"/>
                </a:tc>
                <a:tc>
                  <a:txBody>
                    <a:bodyPr/>
                    <a:lstStyle/>
                    <a:p>
                      <a:pPr algn="ctr">
                        <a:buNone/>
                      </a:pPr>
                      <a:r>
                        <a:rPr lang="en-US" sz="3200"/>
                        <a:t>-4.30</a:t>
                      </a:r>
                    </a:p>
                  </a:txBody>
                  <a:tcPr marL="137160" marR="137160" marT="137160" marB="137160" anchor="ctr"/>
                </a:tc>
                <a:tc>
                  <a:txBody>
                    <a:bodyPr/>
                    <a:lstStyle/>
                    <a:p>
                      <a:pPr algn="ctr">
                        <a:buNone/>
                      </a:pPr>
                      <a:r>
                        <a:rPr lang="en-US" sz="3200"/>
                        <a:t>0.000</a:t>
                      </a:r>
                    </a:p>
                  </a:txBody>
                  <a:tcPr marL="137160" marR="137160" marT="137160" marB="137160" anchor="ctr"/>
                </a:tc>
                <a:extLst>
                  <a:ext uri="{0D108BD9-81ED-4DB2-BD59-A6C34878D82A}">
                    <a16:rowId xmlns:a16="http://schemas.microsoft.com/office/drawing/2014/main" val="4053641553"/>
                  </a:ext>
                </a:extLst>
              </a:tr>
            </a:tbl>
          </a:graphicData>
        </a:graphic>
      </p:graphicFrame>
      <p:sp>
        <p:nvSpPr>
          <p:cNvPr id="19" name="TextBox 18">
            <a:extLst>
              <a:ext uri="{FF2B5EF4-FFF2-40B4-BE49-F238E27FC236}">
                <a16:creationId xmlns:a16="http://schemas.microsoft.com/office/drawing/2014/main" id="{119319E8-F3EC-B3DB-A36B-22CA7754F9BB}"/>
              </a:ext>
            </a:extLst>
          </p:cNvPr>
          <p:cNvSpPr txBox="1"/>
          <p:nvPr/>
        </p:nvSpPr>
        <p:spPr>
          <a:xfrm>
            <a:off x="4911328" y="9661922"/>
            <a:ext cx="848320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ea typeface="Calibri"/>
                <a:cs typeface="Calibri"/>
              </a:rPr>
              <a:t>*Reference is Clear</a:t>
            </a:r>
          </a:p>
        </p:txBody>
      </p:sp>
    </p:spTree>
    <p:extLst>
      <p:ext uri="{BB962C8B-B14F-4D97-AF65-F5344CB8AC3E}">
        <p14:creationId xmlns:p14="http://schemas.microsoft.com/office/powerpoint/2010/main" val="4209368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F0D12-298F-9CF6-2FE6-AC63BC7E96F7}"/>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93CE9B77-EB8F-9E72-7ADD-AC2782E5BCBB}"/>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486DF3CF-1489-E84F-F06E-C7BDC83F3901}"/>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47568BF0-022D-94D1-4D64-9999AC2CFF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EE9C2FEB-8B11-F737-1004-80279A9FC667}"/>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DA0628EB-E8E0-3496-DD3B-870333E4E014}"/>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B943DFBE-67E5-D2AD-C5A8-5B6F70241CE7}"/>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F9853732-A3DF-644B-59B7-F2317C14B17F}"/>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75943BA7-5322-46CA-9E01-194412A61813}"/>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979EC107-E5A5-D847-9E92-FD53628DF9BA}"/>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ea typeface="Paalalabas Wide"/>
                  <a:cs typeface="Paalalabas Wide"/>
                  <a:sym typeface="Paalalabas Wide"/>
                </a:rPr>
                <a:t>Results</a:t>
              </a:r>
              <a:endParaRPr lang="en-US" sz="10109" spc="-293">
                <a:solidFill>
                  <a:srgbClr val="000000"/>
                </a:solidFill>
                <a:latin typeface="Paalalabas Wide"/>
                <a:ea typeface="Paalalabas Wide"/>
                <a:cs typeface="Paalalabas Wide"/>
                <a:sym typeface="Paalalabas Wide"/>
              </a:endParaRPr>
            </a:p>
          </p:txBody>
        </p:sp>
        <p:sp>
          <p:nvSpPr>
            <p:cNvPr id="12" name="TextBox 11">
              <a:extLst>
                <a:ext uri="{FF2B5EF4-FFF2-40B4-BE49-F238E27FC236}">
                  <a16:creationId xmlns:a16="http://schemas.microsoft.com/office/drawing/2014/main" id="{82DE63B8-F131-2E4C-D304-BA431EF2DBE1}"/>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03F61206-220F-7090-1CA6-EA7C7AF58205}"/>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graphicFrame>
        <p:nvGraphicFramePr>
          <p:cNvPr id="17" name="Table 16">
            <a:extLst>
              <a:ext uri="{FF2B5EF4-FFF2-40B4-BE49-F238E27FC236}">
                <a16:creationId xmlns:a16="http://schemas.microsoft.com/office/drawing/2014/main" id="{A8224F6C-EB10-6B21-94FC-F0D03F843D52}"/>
              </a:ext>
            </a:extLst>
          </p:cNvPr>
          <p:cNvGraphicFramePr>
            <a:graphicFrameLocks noGrp="1"/>
          </p:cNvGraphicFramePr>
          <p:nvPr>
            <p:extLst>
              <p:ext uri="{D42A27DB-BD31-4B8C-83A1-F6EECF244321}">
                <p14:modId xmlns:p14="http://schemas.microsoft.com/office/powerpoint/2010/main" val="3518265965"/>
              </p:ext>
            </p:extLst>
          </p:nvPr>
        </p:nvGraphicFramePr>
        <p:xfrm>
          <a:off x="660796" y="1750219"/>
          <a:ext cx="8163575" cy="8290560"/>
        </p:xfrm>
        <a:graphic>
          <a:graphicData uri="http://schemas.openxmlformats.org/drawingml/2006/table">
            <a:tbl>
              <a:tblPr firstRow="1" bandRow="1">
                <a:tableStyleId>{21E4AEA4-8DFA-4A89-87EB-49C32662AFE0}</a:tableStyleId>
              </a:tblPr>
              <a:tblGrid>
                <a:gridCol w="2487341">
                  <a:extLst>
                    <a:ext uri="{9D8B030D-6E8A-4147-A177-3AD203B41FA5}">
                      <a16:colId xmlns:a16="http://schemas.microsoft.com/office/drawing/2014/main" val="3453915721"/>
                    </a:ext>
                  </a:extLst>
                </a:gridCol>
                <a:gridCol w="1722004">
                  <a:extLst>
                    <a:ext uri="{9D8B030D-6E8A-4147-A177-3AD203B41FA5}">
                      <a16:colId xmlns:a16="http://schemas.microsoft.com/office/drawing/2014/main" val="3688888396"/>
                    </a:ext>
                  </a:extLst>
                </a:gridCol>
                <a:gridCol w="1530670">
                  <a:extLst>
                    <a:ext uri="{9D8B030D-6E8A-4147-A177-3AD203B41FA5}">
                      <a16:colId xmlns:a16="http://schemas.microsoft.com/office/drawing/2014/main" val="3588532552"/>
                    </a:ext>
                  </a:extLst>
                </a:gridCol>
                <a:gridCol w="1211780">
                  <a:extLst>
                    <a:ext uri="{9D8B030D-6E8A-4147-A177-3AD203B41FA5}">
                      <a16:colId xmlns:a16="http://schemas.microsoft.com/office/drawing/2014/main" val="1643692087"/>
                    </a:ext>
                  </a:extLst>
                </a:gridCol>
                <a:gridCol w="1211780">
                  <a:extLst>
                    <a:ext uri="{9D8B030D-6E8A-4147-A177-3AD203B41FA5}">
                      <a16:colId xmlns:a16="http://schemas.microsoft.com/office/drawing/2014/main" val="727397682"/>
                    </a:ext>
                  </a:extLst>
                </a:gridCol>
              </a:tblGrid>
              <a:tr h="0">
                <a:tc>
                  <a:txBody>
                    <a:bodyPr/>
                    <a:lstStyle/>
                    <a:p>
                      <a:pPr algn="ctr">
                        <a:buNone/>
                      </a:pPr>
                      <a:r>
                        <a:rPr lang="en-US" sz="1600">
                          <a:effectLst/>
                        </a:rPr>
                        <a:t>Variable</a:t>
                      </a:r>
                    </a:p>
                  </a:txBody>
                  <a:tcPr marL="137160" marR="137160" marT="137160" marB="137160" anchor="ctr"/>
                </a:tc>
                <a:tc>
                  <a:txBody>
                    <a:bodyPr/>
                    <a:lstStyle/>
                    <a:p>
                      <a:pPr algn="ctr">
                        <a:buNone/>
                      </a:pPr>
                      <a:r>
                        <a:rPr lang="en-US" sz="1600">
                          <a:effectLst/>
                        </a:rPr>
                        <a:t>Coefficient</a:t>
                      </a:r>
                    </a:p>
                  </a:txBody>
                  <a:tcPr marL="137160" marR="137160" marT="137160" marB="137160" anchor="ctr"/>
                </a:tc>
                <a:tc>
                  <a:txBody>
                    <a:bodyPr/>
                    <a:lstStyle/>
                    <a:p>
                      <a:pPr algn="ctr">
                        <a:buNone/>
                      </a:pPr>
                      <a:r>
                        <a:rPr lang="en-US" sz="1600">
                          <a:effectLst/>
                        </a:rPr>
                        <a:t>Std. Error</a:t>
                      </a:r>
                    </a:p>
                  </a:txBody>
                  <a:tcPr marL="137160" marR="137160" marT="137160" marB="137160" anchor="ctr"/>
                </a:tc>
                <a:tc>
                  <a:txBody>
                    <a:bodyPr/>
                    <a:lstStyle/>
                    <a:p>
                      <a:pPr algn="ctr">
                        <a:buNone/>
                      </a:pPr>
                      <a:r>
                        <a:rPr lang="en-US" sz="1600">
                          <a:effectLst/>
                        </a:rPr>
                        <a:t>t-value</a:t>
                      </a:r>
                    </a:p>
                  </a:txBody>
                  <a:tcPr marL="137160" marR="137160" marT="137160" marB="137160" anchor="ctr"/>
                </a:tc>
                <a:tc>
                  <a:txBody>
                    <a:bodyPr/>
                    <a:lstStyle/>
                    <a:p>
                      <a:pPr algn="ctr">
                        <a:buNone/>
                      </a:pPr>
                      <a:r>
                        <a:rPr lang="en-US" sz="1600">
                          <a:effectLst/>
                        </a:rPr>
                        <a:t>p value</a:t>
                      </a:r>
                    </a:p>
                  </a:txBody>
                  <a:tcPr marL="137160" marR="137160" marT="137160" marB="137160" anchor="ctr"/>
                </a:tc>
                <a:extLst>
                  <a:ext uri="{0D108BD9-81ED-4DB2-BD59-A6C34878D82A}">
                    <a16:rowId xmlns:a16="http://schemas.microsoft.com/office/drawing/2014/main" val="337380332"/>
                  </a:ext>
                </a:extLst>
              </a:tr>
              <a:tr h="0">
                <a:tc>
                  <a:txBody>
                    <a:bodyPr/>
                    <a:lstStyle/>
                    <a:p>
                      <a:pPr algn="ctr">
                        <a:buNone/>
                      </a:pPr>
                      <a:r>
                        <a:rPr lang="en-US" sz="1600">
                          <a:effectLst/>
                        </a:rPr>
                        <a:t>American Family Field</a:t>
                      </a:r>
                    </a:p>
                  </a:txBody>
                  <a:tcPr marL="137160" marR="137160" marT="137160" marB="137160" anchor="ctr"/>
                </a:tc>
                <a:tc>
                  <a:txBody>
                    <a:bodyPr/>
                    <a:lstStyle/>
                    <a:p>
                      <a:pPr algn="ctr">
                        <a:buNone/>
                      </a:pPr>
                      <a:r>
                        <a:rPr lang="en-US" sz="1600"/>
                        <a:t>105</a:t>
                      </a:r>
                    </a:p>
                  </a:txBody>
                  <a:tcPr marL="137160" marR="137160" marT="137160" marB="137160" anchor="ctr"/>
                </a:tc>
                <a:tc>
                  <a:txBody>
                    <a:bodyPr/>
                    <a:lstStyle/>
                    <a:p>
                      <a:pPr algn="ctr">
                        <a:buNone/>
                      </a:pPr>
                      <a:r>
                        <a:rPr lang="en-US" sz="1600"/>
                        <a:t>448</a:t>
                      </a:r>
                    </a:p>
                  </a:txBody>
                  <a:tcPr marL="137160" marR="137160" marT="137160" marB="137160" anchor="ctr"/>
                </a:tc>
                <a:tc>
                  <a:txBody>
                    <a:bodyPr/>
                    <a:lstStyle/>
                    <a:p>
                      <a:pPr algn="ctr">
                        <a:buNone/>
                      </a:pPr>
                      <a:r>
                        <a:rPr lang="en-US" sz="1600"/>
                        <a:t>0.23</a:t>
                      </a:r>
                    </a:p>
                  </a:txBody>
                  <a:tcPr marL="137160" marR="137160" marT="137160" marB="137160" anchor="ctr"/>
                </a:tc>
                <a:tc>
                  <a:txBody>
                    <a:bodyPr/>
                    <a:lstStyle/>
                    <a:p>
                      <a:pPr algn="ctr">
                        <a:buNone/>
                      </a:pPr>
                      <a:r>
                        <a:rPr lang="en-US" sz="1600"/>
                        <a:t>0.815</a:t>
                      </a:r>
                    </a:p>
                  </a:txBody>
                  <a:tcPr marL="137160" marR="137160" marT="137160" marB="137160" anchor="ctr"/>
                </a:tc>
                <a:extLst>
                  <a:ext uri="{0D108BD9-81ED-4DB2-BD59-A6C34878D82A}">
                    <a16:rowId xmlns:a16="http://schemas.microsoft.com/office/drawing/2014/main" val="2383175898"/>
                  </a:ext>
                </a:extLst>
              </a:tr>
              <a:tr h="0">
                <a:tc>
                  <a:txBody>
                    <a:bodyPr/>
                    <a:lstStyle/>
                    <a:p>
                      <a:pPr algn="ctr">
                        <a:buNone/>
                      </a:pPr>
                      <a:r>
                        <a:rPr lang="en-US" sz="1600">
                          <a:effectLst/>
                        </a:rPr>
                        <a:t>Angel Stadium</a:t>
                      </a:r>
                    </a:p>
                  </a:txBody>
                  <a:tcPr marL="137160" marR="137160" marT="137160" marB="137160" anchor="ctr"/>
                </a:tc>
                <a:tc>
                  <a:txBody>
                    <a:bodyPr/>
                    <a:lstStyle/>
                    <a:p>
                      <a:pPr algn="ctr">
                        <a:buNone/>
                      </a:pPr>
                      <a:r>
                        <a:rPr lang="en-US" sz="1600"/>
                        <a:t>4628</a:t>
                      </a:r>
                    </a:p>
                  </a:txBody>
                  <a:tcPr marL="137160" marR="137160" marT="137160" marB="137160" anchor="ctr"/>
                </a:tc>
                <a:tc>
                  <a:txBody>
                    <a:bodyPr/>
                    <a:lstStyle/>
                    <a:p>
                      <a:pPr algn="ctr">
                        <a:buNone/>
                      </a:pPr>
                      <a:r>
                        <a:rPr lang="en-US" sz="1600"/>
                        <a:t>410</a:t>
                      </a:r>
                    </a:p>
                  </a:txBody>
                  <a:tcPr marL="137160" marR="137160" marT="137160" marB="137160" anchor="ctr"/>
                </a:tc>
                <a:tc>
                  <a:txBody>
                    <a:bodyPr/>
                    <a:lstStyle/>
                    <a:p>
                      <a:pPr algn="ctr">
                        <a:buNone/>
                      </a:pPr>
                      <a:r>
                        <a:rPr lang="en-US" sz="1600"/>
                        <a:t>11.28</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236730091"/>
                  </a:ext>
                </a:extLst>
              </a:tr>
              <a:tr h="0">
                <a:tc>
                  <a:txBody>
                    <a:bodyPr/>
                    <a:lstStyle/>
                    <a:p>
                      <a:pPr algn="ctr">
                        <a:buNone/>
                      </a:pPr>
                      <a:r>
                        <a:rPr lang="en-US" sz="1600">
                          <a:effectLst/>
                        </a:rPr>
                        <a:t>AT&amp;T Park</a:t>
                      </a:r>
                    </a:p>
                  </a:txBody>
                  <a:tcPr marL="137160" marR="137160" marT="137160" marB="137160" anchor="ctr"/>
                </a:tc>
                <a:tc>
                  <a:txBody>
                    <a:bodyPr/>
                    <a:lstStyle/>
                    <a:p>
                      <a:pPr algn="ctr">
                        <a:buNone/>
                      </a:pPr>
                      <a:r>
                        <a:rPr lang="en-US" sz="1600"/>
                        <a:t>8367</a:t>
                      </a:r>
                    </a:p>
                  </a:txBody>
                  <a:tcPr marL="137160" marR="137160" marT="137160" marB="137160" anchor="ctr"/>
                </a:tc>
                <a:tc>
                  <a:txBody>
                    <a:bodyPr/>
                    <a:lstStyle/>
                    <a:p>
                      <a:pPr algn="ctr">
                        <a:buNone/>
                      </a:pPr>
                      <a:r>
                        <a:rPr lang="en-US" sz="1600"/>
                        <a:t>453</a:t>
                      </a:r>
                    </a:p>
                  </a:txBody>
                  <a:tcPr marL="137160" marR="137160" marT="137160" marB="137160" anchor="ctr"/>
                </a:tc>
                <a:tc>
                  <a:txBody>
                    <a:bodyPr/>
                    <a:lstStyle/>
                    <a:p>
                      <a:pPr algn="ctr">
                        <a:buNone/>
                      </a:pPr>
                      <a:r>
                        <a:rPr lang="en-US" sz="1600"/>
                        <a:t>18.49</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2319095811"/>
                  </a:ext>
                </a:extLst>
              </a:tr>
              <a:tr h="0">
                <a:tc>
                  <a:txBody>
                    <a:bodyPr/>
                    <a:lstStyle/>
                    <a:p>
                      <a:pPr algn="ctr">
                        <a:buNone/>
                      </a:pPr>
                      <a:r>
                        <a:rPr lang="en-US" sz="1600">
                          <a:effectLst/>
                        </a:rPr>
                        <a:t>BB&amp;T Ballpark</a:t>
                      </a:r>
                    </a:p>
                  </a:txBody>
                  <a:tcPr marL="137160" marR="137160" marT="137160" marB="137160" anchor="ctr"/>
                </a:tc>
                <a:tc>
                  <a:txBody>
                    <a:bodyPr/>
                    <a:lstStyle/>
                    <a:p>
                      <a:pPr algn="ctr">
                        <a:buNone/>
                      </a:pPr>
                      <a:r>
                        <a:rPr lang="en-US" sz="1600"/>
                        <a:t>-22351</a:t>
                      </a:r>
                    </a:p>
                  </a:txBody>
                  <a:tcPr marL="137160" marR="137160" marT="137160" marB="137160" anchor="ctr"/>
                </a:tc>
                <a:tc>
                  <a:txBody>
                    <a:bodyPr/>
                    <a:lstStyle/>
                    <a:p>
                      <a:pPr algn="ctr">
                        <a:buNone/>
                      </a:pPr>
                      <a:r>
                        <a:rPr lang="en-US" sz="1600"/>
                        <a:t>3966</a:t>
                      </a:r>
                    </a:p>
                  </a:txBody>
                  <a:tcPr marL="137160" marR="137160" marT="137160" marB="137160" anchor="ctr"/>
                </a:tc>
                <a:tc>
                  <a:txBody>
                    <a:bodyPr/>
                    <a:lstStyle/>
                    <a:p>
                      <a:pPr algn="ctr">
                        <a:buNone/>
                      </a:pPr>
                      <a:r>
                        <a:rPr lang="en-US" sz="1600"/>
                        <a:t>-5.64</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3085841838"/>
                  </a:ext>
                </a:extLst>
              </a:tr>
              <a:tr h="0">
                <a:tc>
                  <a:txBody>
                    <a:bodyPr/>
                    <a:lstStyle/>
                    <a:p>
                      <a:pPr algn="ctr">
                        <a:buNone/>
                      </a:pPr>
                      <a:r>
                        <a:rPr lang="en-US" sz="1600">
                          <a:effectLst/>
                        </a:rPr>
                        <a:t>Busch Stadium</a:t>
                      </a:r>
                    </a:p>
                  </a:txBody>
                  <a:tcPr marL="137160" marR="137160" marT="137160" marB="137160" anchor="ctr"/>
                </a:tc>
                <a:tc>
                  <a:txBody>
                    <a:bodyPr/>
                    <a:lstStyle/>
                    <a:p>
                      <a:pPr algn="ctr">
                        <a:buNone/>
                      </a:pPr>
                      <a:r>
                        <a:rPr lang="en-US" sz="1600"/>
                        <a:t>7558</a:t>
                      </a:r>
                    </a:p>
                  </a:txBody>
                  <a:tcPr marL="137160" marR="137160" marT="137160" marB="137160" anchor="ctr"/>
                </a:tc>
                <a:tc>
                  <a:txBody>
                    <a:bodyPr/>
                    <a:lstStyle/>
                    <a:p>
                      <a:pPr algn="ctr">
                        <a:buNone/>
                      </a:pPr>
                      <a:r>
                        <a:rPr lang="en-US" sz="1600"/>
                        <a:t>352</a:t>
                      </a:r>
                    </a:p>
                  </a:txBody>
                  <a:tcPr marL="137160" marR="137160" marT="137160" marB="137160" anchor="ctr"/>
                </a:tc>
                <a:tc>
                  <a:txBody>
                    <a:bodyPr/>
                    <a:lstStyle/>
                    <a:p>
                      <a:pPr algn="ctr">
                        <a:buNone/>
                      </a:pPr>
                      <a:r>
                        <a:rPr lang="en-US" sz="1600"/>
                        <a:t>21.50</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3120589203"/>
                  </a:ext>
                </a:extLst>
              </a:tr>
              <a:tr h="0">
                <a:tc>
                  <a:txBody>
                    <a:bodyPr/>
                    <a:lstStyle/>
                    <a:p>
                      <a:pPr algn="ctr">
                        <a:buNone/>
                      </a:pPr>
                      <a:r>
                        <a:rPr lang="en-US" sz="1600">
                          <a:effectLst/>
                        </a:rPr>
                        <a:t>Chase Field</a:t>
                      </a:r>
                    </a:p>
                  </a:txBody>
                  <a:tcPr marL="137160" marR="137160" marT="137160" marB="137160" anchor="ctr"/>
                </a:tc>
                <a:tc>
                  <a:txBody>
                    <a:bodyPr/>
                    <a:lstStyle/>
                    <a:p>
                      <a:pPr algn="ctr">
                        <a:buNone/>
                      </a:pPr>
                      <a:r>
                        <a:rPr lang="en-US" sz="1600"/>
                        <a:t>-3603</a:t>
                      </a:r>
                    </a:p>
                  </a:txBody>
                  <a:tcPr marL="137160" marR="137160" marT="137160" marB="137160" anchor="ctr"/>
                </a:tc>
                <a:tc>
                  <a:txBody>
                    <a:bodyPr/>
                    <a:lstStyle/>
                    <a:p>
                      <a:pPr algn="ctr">
                        <a:buNone/>
                      </a:pPr>
                      <a:r>
                        <a:rPr lang="en-US" sz="1600"/>
                        <a:t>400</a:t>
                      </a:r>
                    </a:p>
                  </a:txBody>
                  <a:tcPr marL="137160" marR="137160" marT="137160" marB="137160" anchor="ctr"/>
                </a:tc>
                <a:tc>
                  <a:txBody>
                    <a:bodyPr/>
                    <a:lstStyle/>
                    <a:p>
                      <a:pPr algn="ctr">
                        <a:buNone/>
                      </a:pPr>
                      <a:r>
                        <a:rPr lang="en-US" sz="1600"/>
                        <a:t>-9.01</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540261500"/>
                  </a:ext>
                </a:extLst>
              </a:tr>
              <a:tr h="0">
                <a:tc>
                  <a:txBody>
                    <a:bodyPr/>
                    <a:lstStyle/>
                    <a:p>
                      <a:pPr algn="ctr">
                        <a:buNone/>
                      </a:pPr>
                      <a:r>
                        <a:rPr lang="en-US" sz="1600">
                          <a:effectLst/>
                        </a:rPr>
                        <a:t>Citizens Bank Park</a:t>
                      </a:r>
                    </a:p>
                  </a:txBody>
                  <a:tcPr marL="137160" marR="137160" marT="137160" marB="137160" anchor="ctr"/>
                </a:tc>
                <a:tc>
                  <a:txBody>
                    <a:bodyPr/>
                    <a:lstStyle/>
                    <a:p>
                      <a:pPr algn="ctr">
                        <a:buNone/>
                      </a:pPr>
                      <a:r>
                        <a:rPr lang="en-US" sz="1600"/>
                        <a:t>1211</a:t>
                      </a:r>
                    </a:p>
                  </a:txBody>
                  <a:tcPr marL="137160" marR="137160" marT="137160" marB="137160" anchor="ctr"/>
                </a:tc>
                <a:tc>
                  <a:txBody>
                    <a:bodyPr/>
                    <a:lstStyle/>
                    <a:p>
                      <a:pPr algn="ctr">
                        <a:buNone/>
                      </a:pPr>
                      <a:r>
                        <a:rPr lang="en-US" sz="1600"/>
                        <a:t>339</a:t>
                      </a:r>
                    </a:p>
                  </a:txBody>
                  <a:tcPr marL="137160" marR="137160" marT="137160" marB="137160" anchor="ctr"/>
                </a:tc>
                <a:tc>
                  <a:txBody>
                    <a:bodyPr/>
                    <a:lstStyle/>
                    <a:p>
                      <a:pPr algn="ctr">
                        <a:buNone/>
                      </a:pPr>
                      <a:r>
                        <a:rPr lang="en-US" sz="1600"/>
                        <a:t>3.58</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677675924"/>
                  </a:ext>
                </a:extLst>
              </a:tr>
              <a:tr h="0">
                <a:tc>
                  <a:txBody>
                    <a:bodyPr/>
                    <a:lstStyle/>
                    <a:p>
                      <a:pPr algn="ctr">
                        <a:buNone/>
                      </a:pPr>
                      <a:r>
                        <a:rPr lang="en-US" sz="1600">
                          <a:effectLst/>
                        </a:rPr>
                        <a:t>Comerica Park</a:t>
                      </a:r>
                    </a:p>
                  </a:txBody>
                  <a:tcPr marL="137160" marR="137160" marT="137160" marB="137160" anchor="ctr"/>
                </a:tc>
                <a:tc>
                  <a:txBody>
                    <a:bodyPr/>
                    <a:lstStyle/>
                    <a:p>
                      <a:pPr algn="ctr">
                        <a:buNone/>
                      </a:pPr>
                      <a:r>
                        <a:rPr lang="en-US" sz="1600"/>
                        <a:t>-2912</a:t>
                      </a:r>
                    </a:p>
                  </a:txBody>
                  <a:tcPr marL="137160" marR="137160" marT="137160" marB="137160" anchor="ctr"/>
                </a:tc>
                <a:tc>
                  <a:txBody>
                    <a:bodyPr/>
                    <a:lstStyle/>
                    <a:p>
                      <a:pPr algn="ctr">
                        <a:buNone/>
                      </a:pPr>
                      <a:r>
                        <a:rPr lang="en-US" sz="1600"/>
                        <a:t>354</a:t>
                      </a:r>
                    </a:p>
                  </a:txBody>
                  <a:tcPr marL="137160" marR="137160" marT="137160" marB="137160" anchor="ctr"/>
                </a:tc>
                <a:tc>
                  <a:txBody>
                    <a:bodyPr/>
                    <a:lstStyle/>
                    <a:p>
                      <a:pPr algn="ctr">
                        <a:buNone/>
                      </a:pPr>
                      <a:r>
                        <a:rPr lang="en-US" sz="1600"/>
                        <a:t>-8.22</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1294169589"/>
                  </a:ext>
                </a:extLst>
              </a:tr>
              <a:tr h="0">
                <a:tc>
                  <a:txBody>
                    <a:bodyPr/>
                    <a:lstStyle/>
                    <a:p>
                      <a:pPr algn="ctr">
                        <a:buNone/>
                      </a:pPr>
                      <a:r>
                        <a:rPr lang="en-US" sz="1600">
                          <a:effectLst/>
                        </a:rPr>
                        <a:t>Coors Field</a:t>
                      </a:r>
                    </a:p>
                  </a:txBody>
                  <a:tcPr marL="137160" marR="137160" marT="137160" marB="137160" anchor="ctr"/>
                </a:tc>
                <a:tc>
                  <a:txBody>
                    <a:bodyPr/>
                    <a:lstStyle/>
                    <a:p>
                      <a:pPr algn="ctr">
                        <a:buNone/>
                      </a:pPr>
                      <a:r>
                        <a:rPr lang="en-US" sz="1600"/>
                        <a:t>3788</a:t>
                      </a:r>
                    </a:p>
                  </a:txBody>
                  <a:tcPr marL="137160" marR="137160" marT="137160" marB="137160" anchor="ctr"/>
                </a:tc>
                <a:tc>
                  <a:txBody>
                    <a:bodyPr/>
                    <a:lstStyle/>
                    <a:p>
                      <a:pPr algn="ctr">
                        <a:buNone/>
                      </a:pPr>
                      <a:r>
                        <a:rPr lang="en-US" sz="1600"/>
                        <a:t>352</a:t>
                      </a:r>
                    </a:p>
                  </a:txBody>
                  <a:tcPr marL="137160" marR="137160" marT="137160" marB="137160" anchor="ctr"/>
                </a:tc>
                <a:tc>
                  <a:txBody>
                    <a:bodyPr/>
                    <a:lstStyle/>
                    <a:p>
                      <a:pPr algn="ctr">
                        <a:buNone/>
                      </a:pPr>
                      <a:r>
                        <a:rPr lang="en-US" sz="1600"/>
                        <a:t>10.78</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1106024659"/>
                  </a:ext>
                </a:extLst>
              </a:tr>
              <a:tr h="0">
                <a:tc>
                  <a:txBody>
                    <a:bodyPr/>
                    <a:lstStyle/>
                    <a:p>
                      <a:pPr algn="ctr">
                        <a:buNone/>
                      </a:pPr>
                      <a:r>
                        <a:rPr lang="en-US" sz="1600">
                          <a:effectLst/>
                        </a:rPr>
                        <a:t>Dodger Stadium</a:t>
                      </a:r>
                    </a:p>
                  </a:txBody>
                  <a:tcPr marL="137160" marR="137160" marT="137160" marB="137160" anchor="ctr"/>
                </a:tc>
                <a:tc>
                  <a:txBody>
                    <a:bodyPr/>
                    <a:lstStyle/>
                    <a:p>
                      <a:pPr algn="ctr">
                        <a:buNone/>
                      </a:pPr>
                      <a:r>
                        <a:rPr lang="en-US" sz="1600"/>
                        <a:t>8916</a:t>
                      </a:r>
                    </a:p>
                  </a:txBody>
                  <a:tcPr marL="137160" marR="137160" marT="137160" marB="137160" anchor="ctr"/>
                </a:tc>
                <a:tc>
                  <a:txBody>
                    <a:bodyPr/>
                    <a:lstStyle/>
                    <a:p>
                      <a:pPr algn="ctr">
                        <a:buNone/>
                      </a:pPr>
                      <a:r>
                        <a:rPr lang="en-US" sz="1600"/>
                        <a:t>359</a:t>
                      </a:r>
                    </a:p>
                  </a:txBody>
                  <a:tcPr marL="137160" marR="137160" marT="137160" marB="137160" anchor="ctr"/>
                </a:tc>
                <a:tc>
                  <a:txBody>
                    <a:bodyPr/>
                    <a:lstStyle/>
                    <a:p>
                      <a:pPr algn="ctr">
                        <a:buNone/>
                      </a:pPr>
                      <a:r>
                        <a:rPr lang="en-US" sz="1600"/>
                        <a:t>24.83</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175650837"/>
                  </a:ext>
                </a:extLst>
              </a:tr>
              <a:tr h="0">
                <a:tc>
                  <a:txBody>
                    <a:bodyPr/>
                    <a:lstStyle/>
                    <a:p>
                      <a:pPr algn="ctr">
                        <a:buNone/>
                      </a:pPr>
                      <a:r>
                        <a:rPr lang="en-US" sz="1600">
                          <a:effectLst/>
                        </a:rPr>
                        <a:t>Fenway Park</a:t>
                      </a:r>
                    </a:p>
                  </a:txBody>
                  <a:tcPr marL="137160" marR="137160" marT="137160" marB="137160" anchor="ctr"/>
                </a:tc>
                <a:tc>
                  <a:txBody>
                    <a:bodyPr/>
                    <a:lstStyle/>
                    <a:p>
                      <a:pPr algn="ctr">
                        <a:buNone/>
                      </a:pPr>
                      <a:r>
                        <a:rPr lang="en-US" sz="1600"/>
                        <a:t>2089</a:t>
                      </a:r>
                    </a:p>
                  </a:txBody>
                  <a:tcPr marL="137160" marR="137160" marT="137160" marB="137160" anchor="ctr"/>
                </a:tc>
                <a:tc>
                  <a:txBody>
                    <a:bodyPr/>
                    <a:lstStyle/>
                    <a:p>
                      <a:pPr algn="ctr">
                        <a:buNone/>
                      </a:pPr>
                      <a:r>
                        <a:rPr lang="en-US" sz="1600"/>
                        <a:t>338</a:t>
                      </a:r>
                    </a:p>
                  </a:txBody>
                  <a:tcPr marL="137160" marR="137160" marT="137160" marB="137160" anchor="ctr"/>
                </a:tc>
                <a:tc>
                  <a:txBody>
                    <a:bodyPr/>
                    <a:lstStyle/>
                    <a:p>
                      <a:pPr algn="ctr">
                        <a:buNone/>
                      </a:pPr>
                      <a:r>
                        <a:rPr lang="en-US" sz="1600"/>
                        <a:t>6.18</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895781534"/>
                  </a:ext>
                </a:extLst>
              </a:tr>
              <a:tr h="0">
                <a:tc>
                  <a:txBody>
                    <a:bodyPr/>
                    <a:lstStyle/>
                    <a:p>
                      <a:pPr algn="ctr">
                        <a:buNone/>
                      </a:pPr>
                      <a:r>
                        <a:rPr lang="en-US" sz="1600">
                          <a:effectLst/>
                        </a:rPr>
                        <a:t>Globe Life Field</a:t>
                      </a:r>
                    </a:p>
                  </a:txBody>
                  <a:tcPr marL="137160" marR="137160" marT="137160" marB="137160" anchor="ctr"/>
                </a:tc>
                <a:tc>
                  <a:txBody>
                    <a:bodyPr/>
                    <a:lstStyle/>
                    <a:p>
                      <a:pPr algn="ctr">
                        <a:buNone/>
                      </a:pPr>
                      <a:r>
                        <a:rPr lang="en-US" sz="1600"/>
                        <a:t>-939</a:t>
                      </a:r>
                    </a:p>
                  </a:txBody>
                  <a:tcPr marL="137160" marR="137160" marT="137160" marB="137160" anchor="ctr"/>
                </a:tc>
                <a:tc>
                  <a:txBody>
                    <a:bodyPr/>
                    <a:lstStyle/>
                    <a:p>
                      <a:pPr algn="ctr">
                        <a:buNone/>
                      </a:pPr>
                      <a:r>
                        <a:rPr lang="en-US" sz="1600"/>
                        <a:t>482</a:t>
                      </a:r>
                    </a:p>
                  </a:txBody>
                  <a:tcPr marL="137160" marR="137160" marT="137160" marB="137160" anchor="ctr"/>
                </a:tc>
                <a:tc>
                  <a:txBody>
                    <a:bodyPr/>
                    <a:lstStyle/>
                    <a:p>
                      <a:pPr algn="ctr">
                        <a:buNone/>
                      </a:pPr>
                      <a:r>
                        <a:rPr lang="en-US" sz="1600"/>
                        <a:t>-1.95</a:t>
                      </a:r>
                    </a:p>
                  </a:txBody>
                  <a:tcPr marL="137160" marR="137160" marT="137160" marB="137160" anchor="ctr"/>
                </a:tc>
                <a:tc>
                  <a:txBody>
                    <a:bodyPr/>
                    <a:lstStyle/>
                    <a:p>
                      <a:pPr algn="ctr">
                        <a:buNone/>
                      </a:pPr>
                      <a:r>
                        <a:rPr lang="en-US" sz="1600"/>
                        <a:t>0.051</a:t>
                      </a:r>
                    </a:p>
                  </a:txBody>
                  <a:tcPr marL="137160" marR="137160" marT="137160" marB="137160" anchor="ctr"/>
                </a:tc>
                <a:extLst>
                  <a:ext uri="{0D108BD9-81ED-4DB2-BD59-A6C34878D82A}">
                    <a16:rowId xmlns:a16="http://schemas.microsoft.com/office/drawing/2014/main" val="15448759"/>
                  </a:ext>
                </a:extLst>
              </a:tr>
              <a:tr h="0">
                <a:tc>
                  <a:txBody>
                    <a:bodyPr/>
                    <a:lstStyle/>
                    <a:p>
                      <a:pPr algn="ctr">
                        <a:buNone/>
                      </a:pPr>
                      <a:r>
                        <a:rPr lang="en-US" sz="1600">
                          <a:effectLst/>
                        </a:rPr>
                        <a:t>Great American Ball Park</a:t>
                      </a:r>
                    </a:p>
                  </a:txBody>
                  <a:tcPr marL="137160" marR="137160" marT="137160" marB="137160" anchor="ctr"/>
                </a:tc>
                <a:tc>
                  <a:txBody>
                    <a:bodyPr/>
                    <a:lstStyle/>
                    <a:p>
                      <a:pPr algn="ctr">
                        <a:buNone/>
                      </a:pPr>
                      <a:r>
                        <a:rPr lang="en-US" sz="1600"/>
                        <a:t>-5116</a:t>
                      </a:r>
                    </a:p>
                  </a:txBody>
                  <a:tcPr marL="137160" marR="137160" marT="137160" marB="137160" anchor="ctr"/>
                </a:tc>
                <a:tc>
                  <a:txBody>
                    <a:bodyPr/>
                    <a:lstStyle/>
                    <a:p>
                      <a:pPr algn="ctr">
                        <a:buNone/>
                      </a:pPr>
                      <a:r>
                        <a:rPr lang="en-US" sz="1600"/>
                        <a:t>349</a:t>
                      </a:r>
                    </a:p>
                  </a:txBody>
                  <a:tcPr marL="137160" marR="137160" marT="137160" marB="137160" anchor="ctr"/>
                </a:tc>
                <a:tc>
                  <a:txBody>
                    <a:bodyPr/>
                    <a:lstStyle/>
                    <a:p>
                      <a:pPr algn="ctr">
                        <a:buNone/>
                      </a:pPr>
                      <a:r>
                        <a:rPr lang="en-US" sz="1600"/>
                        <a:t>-14.66</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3914232828"/>
                  </a:ext>
                </a:extLst>
              </a:tr>
              <a:tr h="0">
                <a:tc>
                  <a:txBody>
                    <a:bodyPr/>
                    <a:lstStyle/>
                    <a:p>
                      <a:pPr algn="ctr">
                        <a:buNone/>
                      </a:pPr>
                      <a:r>
                        <a:rPr lang="en-US" sz="1600">
                          <a:effectLst/>
                        </a:rPr>
                        <a:t>Guaranteed Rate Field</a:t>
                      </a:r>
                    </a:p>
                  </a:txBody>
                  <a:tcPr marL="137160" marR="137160" marT="137160" marB="137160" anchor="ctr"/>
                </a:tc>
                <a:tc>
                  <a:txBody>
                    <a:bodyPr/>
                    <a:lstStyle/>
                    <a:p>
                      <a:pPr algn="ctr">
                        <a:buNone/>
                      </a:pPr>
                      <a:r>
                        <a:rPr lang="en-US" sz="1600"/>
                        <a:t>-4929</a:t>
                      </a:r>
                    </a:p>
                  </a:txBody>
                  <a:tcPr marL="137160" marR="137160" marT="137160" marB="137160" anchor="ctr"/>
                </a:tc>
                <a:tc>
                  <a:txBody>
                    <a:bodyPr/>
                    <a:lstStyle/>
                    <a:p>
                      <a:pPr algn="ctr">
                        <a:buNone/>
                      </a:pPr>
                      <a:r>
                        <a:rPr lang="en-US" sz="1600"/>
                        <a:t>388</a:t>
                      </a:r>
                    </a:p>
                  </a:txBody>
                  <a:tcPr marL="137160" marR="137160" marT="137160" marB="137160" anchor="ctr"/>
                </a:tc>
                <a:tc>
                  <a:txBody>
                    <a:bodyPr/>
                    <a:lstStyle/>
                    <a:p>
                      <a:pPr algn="ctr">
                        <a:buNone/>
                      </a:pPr>
                      <a:r>
                        <a:rPr lang="en-US" sz="1600"/>
                        <a:t>-12.71</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2101777214"/>
                  </a:ext>
                </a:extLst>
              </a:tr>
              <a:tr h="0">
                <a:tc>
                  <a:txBody>
                    <a:bodyPr/>
                    <a:lstStyle/>
                    <a:p>
                      <a:pPr algn="ctr">
                        <a:buNone/>
                      </a:pPr>
                      <a:r>
                        <a:rPr lang="en-US" sz="1600">
                          <a:effectLst/>
                        </a:rPr>
                        <a:t>Kauffman Stadium</a:t>
                      </a:r>
                    </a:p>
                  </a:txBody>
                  <a:tcPr marL="137160" marR="137160" marT="137160" marB="137160" anchor="ctr"/>
                </a:tc>
                <a:tc>
                  <a:txBody>
                    <a:bodyPr/>
                    <a:lstStyle/>
                    <a:p>
                      <a:pPr algn="ctr">
                        <a:buNone/>
                      </a:pPr>
                      <a:r>
                        <a:rPr lang="en-US" sz="1600"/>
                        <a:t>-5262</a:t>
                      </a:r>
                    </a:p>
                  </a:txBody>
                  <a:tcPr marL="137160" marR="137160" marT="137160" marB="137160" anchor="ctr"/>
                </a:tc>
                <a:tc>
                  <a:txBody>
                    <a:bodyPr/>
                    <a:lstStyle/>
                    <a:p>
                      <a:pPr algn="ctr">
                        <a:buNone/>
                      </a:pPr>
                      <a:r>
                        <a:rPr lang="en-US" sz="1600"/>
                        <a:t>354</a:t>
                      </a:r>
                    </a:p>
                  </a:txBody>
                  <a:tcPr marL="137160" marR="137160" marT="137160" marB="137160" anchor="ctr"/>
                </a:tc>
                <a:tc>
                  <a:txBody>
                    <a:bodyPr/>
                    <a:lstStyle/>
                    <a:p>
                      <a:pPr algn="ctr">
                        <a:buNone/>
                      </a:pPr>
                      <a:r>
                        <a:rPr lang="en-US" sz="1600"/>
                        <a:t>-14.85</a:t>
                      </a:r>
                    </a:p>
                  </a:txBody>
                  <a:tcPr marL="137160" marR="137160" marT="137160" marB="137160" anchor="ctr"/>
                </a:tc>
                <a:tc>
                  <a:txBody>
                    <a:bodyPr/>
                    <a:lstStyle/>
                    <a:p>
                      <a:pPr algn="ctr">
                        <a:buNone/>
                      </a:pPr>
                      <a:r>
                        <a:rPr lang="en-US" sz="1600"/>
                        <a:t>0.000</a:t>
                      </a:r>
                    </a:p>
                  </a:txBody>
                  <a:tcPr marL="137160" marR="137160" marT="137160" marB="137160" anchor="ctr"/>
                </a:tc>
                <a:extLst>
                  <a:ext uri="{0D108BD9-81ED-4DB2-BD59-A6C34878D82A}">
                    <a16:rowId xmlns:a16="http://schemas.microsoft.com/office/drawing/2014/main" val="2343075745"/>
                  </a:ext>
                </a:extLst>
              </a:tr>
            </a:tbl>
          </a:graphicData>
        </a:graphic>
      </p:graphicFrame>
      <p:graphicFrame>
        <p:nvGraphicFramePr>
          <p:cNvPr id="19" name="Table 18">
            <a:extLst>
              <a:ext uri="{FF2B5EF4-FFF2-40B4-BE49-F238E27FC236}">
                <a16:creationId xmlns:a16="http://schemas.microsoft.com/office/drawing/2014/main" id="{D596BDCE-E7E7-50E9-CEAE-F64FBC2E20B0}"/>
              </a:ext>
            </a:extLst>
          </p:cNvPr>
          <p:cNvGraphicFramePr>
            <a:graphicFrameLocks noGrp="1"/>
          </p:cNvGraphicFramePr>
          <p:nvPr>
            <p:extLst>
              <p:ext uri="{D42A27DB-BD31-4B8C-83A1-F6EECF244321}">
                <p14:modId xmlns:p14="http://schemas.microsoft.com/office/powerpoint/2010/main" val="3202804383"/>
              </p:ext>
            </p:extLst>
          </p:nvPr>
        </p:nvGraphicFramePr>
        <p:xfrm>
          <a:off x="9390769" y="1757052"/>
          <a:ext cx="8123149" cy="8290560"/>
        </p:xfrm>
        <a:graphic>
          <a:graphicData uri="http://schemas.openxmlformats.org/drawingml/2006/table">
            <a:tbl>
              <a:tblPr firstRow="1" bandRow="1">
                <a:tableStyleId>{21E4AEA4-8DFA-4A89-87EB-49C32662AFE0}</a:tableStyleId>
              </a:tblPr>
              <a:tblGrid>
                <a:gridCol w="2523637">
                  <a:extLst>
                    <a:ext uri="{9D8B030D-6E8A-4147-A177-3AD203B41FA5}">
                      <a16:colId xmlns:a16="http://schemas.microsoft.com/office/drawing/2014/main" val="3472358956"/>
                    </a:ext>
                  </a:extLst>
                </a:gridCol>
                <a:gridCol w="1727894">
                  <a:extLst>
                    <a:ext uri="{9D8B030D-6E8A-4147-A177-3AD203B41FA5}">
                      <a16:colId xmlns:a16="http://schemas.microsoft.com/office/drawing/2014/main" val="368312829"/>
                    </a:ext>
                  </a:extLst>
                </a:gridCol>
                <a:gridCol w="1484403">
                  <a:extLst>
                    <a:ext uri="{9D8B030D-6E8A-4147-A177-3AD203B41FA5}">
                      <a16:colId xmlns:a16="http://schemas.microsoft.com/office/drawing/2014/main" val="4211164594"/>
                    </a:ext>
                  </a:extLst>
                </a:gridCol>
                <a:gridCol w="1182240">
                  <a:extLst>
                    <a:ext uri="{9D8B030D-6E8A-4147-A177-3AD203B41FA5}">
                      <a16:colId xmlns:a16="http://schemas.microsoft.com/office/drawing/2014/main" val="661213507"/>
                    </a:ext>
                  </a:extLst>
                </a:gridCol>
                <a:gridCol w="1204975">
                  <a:extLst>
                    <a:ext uri="{9D8B030D-6E8A-4147-A177-3AD203B41FA5}">
                      <a16:colId xmlns:a16="http://schemas.microsoft.com/office/drawing/2014/main" val="2630370178"/>
                    </a:ext>
                  </a:extLst>
                </a:gridCol>
              </a:tblGrid>
              <a:tr h="499374">
                <a:tc>
                  <a:txBody>
                    <a:bodyPr/>
                    <a:lstStyle/>
                    <a:p>
                      <a:pPr algn="ctr">
                        <a:buNone/>
                      </a:pPr>
                      <a:r>
                        <a:rPr lang="en-US" sz="1600" dirty="0">
                          <a:effectLst/>
                        </a:rPr>
                        <a:t>Variable</a:t>
                      </a:r>
                    </a:p>
                  </a:txBody>
                  <a:tcPr marL="137160" marR="137160" marT="137160" marB="137160" anchor="ctr"/>
                </a:tc>
                <a:tc>
                  <a:txBody>
                    <a:bodyPr/>
                    <a:lstStyle/>
                    <a:p>
                      <a:pPr algn="ctr">
                        <a:buNone/>
                      </a:pPr>
                      <a:r>
                        <a:rPr lang="en-US" sz="1600" dirty="0">
                          <a:effectLst/>
                        </a:rPr>
                        <a:t>Coefficient</a:t>
                      </a:r>
                    </a:p>
                  </a:txBody>
                  <a:tcPr marL="137160" marR="137160" marT="137160" marB="137160" anchor="ctr"/>
                </a:tc>
                <a:tc>
                  <a:txBody>
                    <a:bodyPr/>
                    <a:lstStyle/>
                    <a:p>
                      <a:pPr algn="ctr">
                        <a:buNone/>
                      </a:pPr>
                      <a:r>
                        <a:rPr lang="en-US" sz="1600" dirty="0">
                          <a:effectLst/>
                        </a:rPr>
                        <a:t>Std. Error</a:t>
                      </a:r>
                    </a:p>
                  </a:txBody>
                  <a:tcPr marL="137160" marR="137160" marT="137160" marB="137160" anchor="ctr"/>
                </a:tc>
                <a:tc>
                  <a:txBody>
                    <a:bodyPr/>
                    <a:lstStyle/>
                    <a:p>
                      <a:pPr algn="ctr">
                        <a:buNone/>
                      </a:pPr>
                      <a:r>
                        <a:rPr lang="en-US" sz="1600" dirty="0">
                          <a:effectLst/>
                        </a:rPr>
                        <a:t>t-value</a:t>
                      </a:r>
                    </a:p>
                  </a:txBody>
                  <a:tcPr marL="137160" marR="137160" marT="137160" marB="137160" anchor="ctr"/>
                </a:tc>
                <a:tc>
                  <a:txBody>
                    <a:bodyPr/>
                    <a:lstStyle/>
                    <a:p>
                      <a:pPr algn="ctr">
                        <a:buNone/>
                      </a:pPr>
                      <a:r>
                        <a:rPr lang="en-US" sz="1600" dirty="0">
                          <a:effectLst/>
                        </a:rPr>
                        <a:t>p value</a:t>
                      </a:r>
                    </a:p>
                  </a:txBody>
                  <a:tcPr marL="137160" marR="137160" marT="137160" marB="137160" anchor="ctr"/>
                </a:tc>
                <a:extLst>
                  <a:ext uri="{0D108BD9-81ED-4DB2-BD59-A6C34878D82A}">
                    <a16:rowId xmlns:a16="http://schemas.microsoft.com/office/drawing/2014/main" val="2121509666"/>
                  </a:ext>
                </a:extLst>
              </a:tr>
              <a:tr h="516593">
                <a:tc>
                  <a:txBody>
                    <a:bodyPr/>
                    <a:lstStyle/>
                    <a:p>
                      <a:pPr algn="ctr">
                        <a:buNone/>
                      </a:pPr>
                      <a:r>
                        <a:rPr lang="en-US" sz="1600" dirty="0">
                          <a:effectLst/>
                        </a:rPr>
                        <a:t>loanDepot Park</a:t>
                      </a:r>
                    </a:p>
                  </a:txBody>
                  <a:tcPr marL="137160" marR="137160" marT="137160" marB="137160" anchor="ctr"/>
                </a:tc>
                <a:tc>
                  <a:txBody>
                    <a:bodyPr/>
                    <a:lstStyle/>
                    <a:p>
                      <a:pPr algn="ctr">
                        <a:buNone/>
                      </a:pPr>
                      <a:r>
                        <a:rPr lang="en-US" sz="1600" dirty="0"/>
                        <a:t>-9673</a:t>
                      </a:r>
                    </a:p>
                  </a:txBody>
                  <a:tcPr marL="137160" marR="137160" marT="137160" marB="137160" anchor="ctr"/>
                </a:tc>
                <a:tc>
                  <a:txBody>
                    <a:bodyPr/>
                    <a:lstStyle/>
                    <a:p>
                      <a:pPr algn="ctr">
                        <a:buNone/>
                      </a:pPr>
                      <a:r>
                        <a:rPr lang="en-US" sz="1600" dirty="0"/>
                        <a:t>522</a:t>
                      </a:r>
                    </a:p>
                  </a:txBody>
                  <a:tcPr marL="137160" marR="137160" marT="137160" marB="137160" anchor="ctr"/>
                </a:tc>
                <a:tc>
                  <a:txBody>
                    <a:bodyPr/>
                    <a:lstStyle/>
                    <a:p>
                      <a:pPr algn="ctr">
                        <a:buNone/>
                      </a:pPr>
                      <a:r>
                        <a:rPr lang="en-US" sz="1600" dirty="0"/>
                        <a:t>-18.51</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2177023187"/>
                  </a:ext>
                </a:extLst>
              </a:tr>
              <a:tr h="516593">
                <a:tc>
                  <a:txBody>
                    <a:bodyPr/>
                    <a:lstStyle/>
                    <a:p>
                      <a:pPr algn="ctr">
                        <a:buNone/>
                      </a:pPr>
                      <a:r>
                        <a:rPr lang="en-US" sz="1600" dirty="0">
                          <a:effectLst/>
                        </a:rPr>
                        <a:t>Minute Maid Park</a:t>
                      </a:r>
                    </a:p>
                  </a:txBody>
                  <a:tcPr marL="137160" marR="137160" marT="137160" marB="137160" anchor="ctr"/>
                </a:tc>
                <a:tc>
                  <a:txBody>
                    <a:bodyPr/>
                    <a:lstStyle/>
                    <a:p>
                      <a:pPr algn="ctr">
                        <a:buNone/>
                      </a:pPr>
                      <a:r>
                        <a:rPr lang="en-US" sz="1600" dirty="0"/>
                        <a:t>-80</a:t>
                      </a:r>
                    </a:p>
                  </a:txBody>
                  <a:tcPr marL="137160" marR="137160" marT="137160" marB="137160" anchor="ctr"/>
                </a:tc>
                <a:tc>
                  <a:txBody>
                    <a:bodyPr/>
                    <a:lstStyle/>
                    <a:p>
                      <a:pPr algn="ctr">
                        <a:buNone/>
                      </a:pPr>
                      <a:r>
                        <a:rPr lang="en-US" sz="1600" dirty="0"/>
                        <a:t>409</a:t>
                      </a:r>
                    </a:p>
                  </a:txBody>
                  <a:tcPr marL="137160" marR="137160" marT="137160" marB="137160" anchor="ctr"/>
                </a:tc>
                <a:tc>
                  <a:txBody>
                    <a:bodyPr/>
                    <a:lstStyle/>
                    <a:p>
                      <a:pPr algn="ctr">
                        <a:buNone/>
                      </a:pPr>
                      <a:r>
                        <a:rPr lang="en-US" sz="1600" dirty="0"/>
                        <a:t>-0.20</a:t>
                      </a:r>
                    </a:p>
                  </a:txBody>
                  <a:tcPr marL="137160" marR="137160" marT="137160" marB="137160" anchor="ctr"/>
                </a:tc>
                <a:tc>
                  <a:txBody>
                    <a:bodyPr/>
                    <a:lstStyle/>
                    <a:p>
                      <a:pPr algn="ctr">
                        <a:buNone/>
                      </a:pPr>
                      <a:r>
                        <a:rPr lang="en-US" sz="1600" dirty="0"/>
                        <a:t>0.844</a:t>
                      </a:r>
                    </a:p>
                  </a:txBody>
                  <a:tcPr marL="137160" marR="137160" marT="137160" marB="137160" anchor="ctr"/>
                </a:tc>
                <a:extLst>
                  <a:ext uri="{0D108BD9-81ED-4DB2-BD59-A6C34878D82A}">
                    <a16:rowId xmlns:a16="http://schemas.microsoft.com/office/drawing/2014/main" val="2727047094"/>
                  </a:ext>
                </a:extLst>
              </a:tr>
              <a:tr h="516593">
                <a:tc>
                  <a:txBody>
                    <a:bodyPr/>
                    <a:lstStyle/>
                    <a:p>
                      <a:pPr algn="ctr">
                        <a:buNone/>
                      </a:pPr>
                      <a:r>
                        <a:rPr lang="en-US" sz="1600" dirty="0">
                          <a:effectLst/>
                        </a:rPr>
                        <a:t>Nationals Park</a:t>
                      </a:r>
                    </a:p>
                  </a:txBody>
                  <a:tcPr marL="137160" marR="137160" marT="137160" marB="137160" anchor="ctr"/>
                </a:tc>
                <a:tc>
                  <a:txBody>
                    <a:bodyPr/>
                    <a:lstStyle/>
                    <a:p>
                      <a:pPr algn="ctr">
                        <a:buNone/>
                      </a:pPr>
                      <a:r>
                        <a:rPr lang="en-US" sz="1600" dirty="0"/>
                        <a:t>-2847</a:t>
                      </a:r>
                    </a:p>
                  </a:txBody>
                  <a:tcPr marL="137160" marR="137160" marT="137160" marB="137160" anchor="ctr"/>
                </a:tc>
                <a:tc>
                  <a:txBody>
                    <a:bodyPr/>
                    <a:lstStyle/>
                    <a:p>
                      <a:pPr algn="ctr">
                        <a:buNone/>
                      </a:pPr>
                      <a:r>
                        <a:rPr lang="en-US" sz="1600" dirty="0"/>
                        <a:t>340</a:t>
                      </a:r>
                    </a:p>
                  </a:txBody>
                  <a:tcPr marL="137160" marR="137160" marT="137160" marB="137160" anchor="ctr"/>
                </a:tc>
                <a:tc>
                  <a:txBody>
                    <a:bodyPr/>
                    <a:lstStyle/>
                    <a:p>
                      <a:pPr algn="ctr">
                        <a:buNone/>
                      </a:pPr>
                      <a:r>
                        <a:rPr lang="en-US" sz="1600" dirty="0"/>
                        <a:t>-8.38</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1475147522"/>
                  </a:ext>
                </a:extLst>
              </a:tr>
              <a:tr h="516593">
                <a:tc>
                  <a:txBody>
                    <a:bodyPr/>
                    <a:lstStyle/>
                    <a:p>
                      <a:pPr algn="ctr">
                        <a:buNone/>
                      </a:pPr>
                      <a:r>
                        <a:rPr lang="en-US" sz="1600" dirty="0">
                          <a:effectLst/>
                        </a:rPr>
                        <a:t>Oakland Coliseum</a:t>
                      </a:r>
                    </a:p>
                  </a:txBody>
                  <a:tcPr marL="137160" marR="137160" marT="137160" marB="137160" anchor="ctr"/>
                </a:tc>
                <a:tc>
                  <a:txBody>
                    <a:bodyPr/>
                    <a:lstStyle/>
                    <a:p>
                      <a:pPr algn="ctr">
                        <a:buNone/>
                      </a:pPr>
                      <a:r>
                        <a:rPr lang="en-US" sz="1600" dirty="0"/>
                        <a:t>-9698</a:t>
                      </a:r>
                    </a:p>
                  </a:txBody>
                  <a:tcPr marL="137160" marR="137160" marT="137160" marB="137160" anchor="ctr"/>
                </a:tc>
                <a:tc>
                  <a:txBody>
                    <a:bodyPr/>
                    <a:lstStyle/>
                    <a:p>
                      <a:pPr algn="ctr">
                        <a:buNone/>
                      </a:pPr>
                      <a:r>
                        <a:rPr lang="en-US" sz="1600" dirty="0"/>
                        <a:t>379</a:t>
                      </a:r>
                    </a:p>
                  </a:txBody>
                  <a:tcPr marL="137160" marR="137160" marT="137160" marB="137160" anchor="ctr"/>
                </a:tc>
                <a:tc>
                  <a:txBody>
                    <a:bodyPr/>
                    <a:lstStyle/>
                    <a:p>
                      <a:pPr algn="ctr">
                        <a:buNone/>
                      </a:pPr>
                      <a:r>
                        <a:rPr lang="en-US" sz="1600" dirty="0"/>
                        <a:t>-25.57</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3991893820"/>
                  </a:ext>
                </a:extLst>
              </a:tr>
              <a:tr h="499374">
                <a:tc>
                  <a:txBody>
                    <a:bodyPr/>
                    <a:lstStyle/>
                    <a:p>
                      <a:pPr algn="ctr">
                        <a:buNone/>
                      </a:pPr>
                      <a:r>
                        <a:rPr lang="en-US" sz="1600" dirty="0">
                          <a:effectLst/>
                        </a:rPr>
                        <a:t>Oracle Park</a:t>
                      </a:r>
                    </a:p>
                  </a:txBody>
                  <a:tcPr marL="137160" marR="137160" marT="137160" marB="137160" anchor="ctr"/>
                </a:tc>
                <a:tc>
                  <a:txBody>
                    <a:bodyPr/>
                    <a:lstStyle/>
                    <a:p>
                      <a:pPr algn="ctr">
                        <a:buNone/>
                      </a:pPr>
                      <a:r>
                        <a:rPr lang="en-US" sz="1600" dirty="0"/>
                        <a:t>2864</a:t>
                      </a:r>
                    </a:p>
                  </a:txBody>
                  <a:tcPr marL="137160" marR="137160" marT="137160" marB="137160" anchor="ctr"/>
                </a:tc>
                <a:tc>
                  <a:txBody>
                    <a:bodyPr/>
                    <a:lstStyle/>
                    <a:p>
                      <a:pPr algn="ctr">
                        <a:buNone/>
                      </a:pPr>
                      <a:r>
                        <a:rPr lang="en-US" sz="1600" dirty="0"/>
                        <a:t>444</a:t>
                      </a:r>
                    </a:p>
                  </a:txBody>
                  <a:tcPr marL="137160" marR="137160" marT="137160" marB="137160" anchor="ctr"/>
                </a:tc>
                <a:tc>
                  <a:txBody>
                    <a:bodyPr/>
                    <a:lstStyle/>
                    <a:p>
                      <a:pPr algn="ctr">
                        <a:buNone/>
                      </a:pPr>
                      <a:r>
                        <a:rPr lang="en-US" sz="1600" dirty="0"/>
                        <a:t>6.44</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4085154844"/>
                  </a:ext>
                </a:extLst>
              </a:tr>
              <a:tr h="499374">
                <a:tc>
                  <a:txBody>
                    <a:bodyPr/>
                    <a:lstStyle/>
                    <a:p>
                      <a:pPr algn="ctr">
                        <a:buNone/>
                      </a:pPr>
                      <a:r>
                        <a:rPr lang="en-US" sz="1600" dirty="0">
                          <a:effectLst/>
                        </a:rPr>
                        <a:t>Petco Park</a:t>
                      </a:r>
                    </a:p>
                  </a:txBody>
                  <a:tcPr marL="137160" marR="137160" marT="137160" marB="137160" anchor="ctr"/>
                </a:tc>
                <a:tc>
                  <a:txBody>
                    <a:bodyPr/>
                    <a:lstStyle/>
                    <a:p>
                      <a:pPr algn="ctr">
                        <a:buNone/>
                      </a:pPr>
                      <a:r>
                        <a:rPr lang="en-US" sz="1600" dirty="0"/>
                        <a:t>2191</a:t>
                      </a:r>
                    </a:p>
                  </a:txBody>
                  <a:tcPr marL="137160" marR="137160" marT="137160" marB="137160" anchor="ctr"/>
                </a:tc>
                <a:tc>
                  <a:txBody>
                    <a:bodyPr/>
                    <a:lstStyle/>
                    <a:p>
                      <a:pPr algn="ctr">
                        <a:buNone/>
                      </a:pPr>
                      <a:r>
                        <a:rPr lang="en-US" sz="1600" dirty="0"/>
                        <a:t>346</a:t>
                      </a:r>
                    </a:p>
                  </a:txBody>
                  <a:tcPr marL="137160" marR="137160" marT="137160" marB="137160" anchor="ctr"/>
                </a:tc>
                <a:tc>
                  <a:txBody>
                    <a:bodyPr/>
                    <a:lstStyle/>
                    <a:p>
                      <a:pPr algn="ctr">
                        <a:buNone/>
                      </a:pPr>
                      <a:r>
                        <a:rPr lang="en-US" sz="1600" dirty="0"/>
                        <a:t>6.34</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2052868858"/>
                  </a:ext>
                </a:extLst>
              </a:tr>
              <a:tr h="499374">
                <a:tc>
                  <a:txBody>
                    <a:bodyPr/>
                    <a:lstStyle/>
                    <a:p>
                      <a:pPr algn="ctr">
                        <a:buNone/>
                      </a:pPr>
                      <a:r>
                        <a:rPr lang="en-US" sz="1600" dirty="0">
                          <a:effectLst/>
                        </a:rPr>
                        <a:t>PNC Park</a:t>
                      </a:r>
                    </a:p>
                  </a:txBody>
                  <a:tcPr marL="137160" marR="137160" marT="137160" marB="137160" anchor="ctr"/>
                </a:tc>
                <a:tc>
                  <a:txBody>
                    <a:bodyPr/>
                    <a:lstStyle/>
                    <a:p>
                      <a:pPr algn="ctr">
                        <a:buNone/>
                      </a:pPr>
                      <a:r>
                        <a:rPr lang="en-US" sz="1600" dirty="0"/>
                        <a:t>-5544</a:t>
                      </a:r>
                    </a:p>
                  </a:txBody>
                  <a:tcPr marL="137160" marR="137160" marT="137160" marB="137160" anchor="ctr"/>
                </a:tc>
                <a:tc>
                  <a:txBody>
                    <a:bodyPr/>
                    <a:lstStyle/>
                    <a:p>
                      <a:pPr algn="ctr">
                        <a:buNone/>
                      </a:pPr>
                      <a:r>
                        <a:rPr lang="en-US" sz="1600" dirty="0"/>
                        <a:t>348</a:t>
                      </a:r>
                    </a:p>
                  </a:txBody>
                  <a:tcPr marL="137160" marR="137160" marT="137160" marB="137160" anchor="ctr"/>
                </a:tc>
                <a:tc>
                  <a:txBody>
                    <a:bodyPr/>
                    <a:lstStyle/>
                    <a:p>
                      <a:pPr algn="ctr">
                        <a:buNone/>
                      </a:pPr>
                      <a:r>
                        <a:rPr lang="en-US" sz="1600" dirty="0"/>
                        <a:t>-15.95</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1255666685"/>
                  </a:ext>
                </a:extLst>
              </a:tr>
              <a:tr h="516593">
                <a:tc>
                  <a:txBody>
                    <a:bodyPr/>
                    <a:lstStyle/>
                    <a:p>
                      <a:pPr algn="ctr">
                        <a:buNone/>
                      </a:pPr>
                      <a:r>
                        <a:rPr lang="en-US" sz="1600" dirty="0">
                          <a:effectLst/>
                        </a:rPr>
                        <a:t>Progressive Field</a:t>
                      </a:r>
                    </a:p>
                  </a:txBody>
                  <a:tcPr marL="137160" marR="137160" marT="137160" marB="137160" anchor="ctr"/>
                </a:tc>
                <a:tc>
                  <a:txBody>
                    <a:bodyPr/>
                    <a:lstStyle/>
                    <a:p>
                      <a:pPr algn="ctr">
                        <a:buNone/>
                      </a:pPr>
                      <a:r>
                        <a:rPr lang="en-US" sz="1600" dirty="0"/>
                        <a:t>-3585</a:t>
                      </a:r>
                    </a:p>
                  </a:txBody>
                  <a:tcPr marL="137160" marR="137160" marT="137160" marB="137160" anchor="ctr"/>
                </a:tc>
                <a:tc>
                  <a:txBody>
                    <a:bodyPr/>
                    <a:lstStyle/>
                    <a:p>
                      <a:pPr algn="ctr">
                        <a:buNone/>
                      </a:pPr>
                      <a:r>
                        <a:rPr lang="en-US" sz="1600" dirty="0"/>
                        <a:t>514</a:t>
                      </a:r>
                    </a:p>
                  </a:txBody>
                  <a:tcPr marL="137160" marR="137160" marT="137160" marB="137160" anchor="ctr"/>
                </a:tc>
                <a:tc>
                  <a:txBody>
                    <a:bodyPr/>
                    <a:lstStyle/>
                    <a:p>
                      <a:pPr algn="ctr">
                        <a:buNone/>
                      </a:pPr>
                      <a:r>
                        <a:rPr lang="en-US" sz="1600" dirty="0"/>
                        <a:t>-6.98</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3708112173"/>
                  </a:ext>
                </a:extLst>
              </a:tr>
              <a:tr h="516593">
                <a:tc>
                  <a:txBody>
                    <a:bodyPr/>
                    <a:lstStyle/>
                    <a:p>
                      <a:pPr algn="ctr">
                        <a:buNone/>
                      </a:pPr>
                      <a:r>
                        <a:rPr lang="en-US" sz="1600" dirty="0">
                          <a:effectLst/>
                        </a:rPr>
                        <a:t>Rogers Centre</a:t>
                      </a:r>
                    </a:p>
                  </a:txBody>
                  <a:tcPr marL="137160" marR="137160" marT="137160" marB="137160" anchor="ctr"/>
                </a:tc>
                <a:tc>
                  <a:txBody>
                    <a:bodyPr/>
                    <a:lstStyle/>
                    <a:p>
                      <a:pPr algn="ctr">
                        <a:buNone/>
                      </a:pPr>
                      <a:r>
                        <a:rPr lang="en-US" sz="1600" dirty="0"/>
                        <a:t>2386</a:t>
                      </a:r>
                    </a:p>
                  </a:txBody>
                  <a:tcPr marL="137160" marR="137160" marT="137160" marB="137160" anchor="ctr"/>
                </a:tc>
                <a:tc>
                  <a:txBody>
                    <a:bodyPr/>
                    <a:lstStyle/>
                    <a:p>
                      <a:pPr algn="ctr">
                        <a:buNone/>
                      </a:pPr>
                      <a:r>
                        <a:rPr lang="en-US" sz="1600" dirty="0"/>
                        <a:t>362</a:t>
                      </a:r>
                    </a:p>
                  </a:txBody>
                  <a:tcPr marL="137160" marR="137160" marT="137160" marB="137160" anchor="ctr"/>
                </a:tc>
                <a:tc>
                  <a:txBody>
                    <a:bodyPr/>
                    <a:lstStyle/>
                    <a:p>
                      <a:pPr algn="ctr">
                        <a:buNone/>
                      </a:pPr>
                      <a:r>
                        <a:rPr lang="en-US" sz="1600" dirty="0"/>
                        <a:t>6.60</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2354836002"/>
                  </a:ext>
                </a:extLst>
              </a:tr>
              <a:tr h="516593">
                <a:tc>
                  <a:txBody>
                    <a:bodyPr/>
                    <a:lstStyle/>
                    <a:p>
                      <a:pPr algn="ctr">
                        <a:buNone/>
                      </a:pPr>
                      <a:r>
                        <a:rPr lang="en-US" sz="1600" dirty="0">
                          <a:effectLst/>
                        </a:rPr>
                        <a:t>T-Mobile Park</a:t>
                      </a:r>
                    </a:p>
                  </a:txBody>
                  <a:tcPr marL="137160" marR="137160" marT="137160" marB="137160" anchor="ctr"/>
                </a:tc>
                <a:tc>
                  <a:txBody>
                    <a:bodyPr/>
                    <a:lstStyle/>
                    <a:p>
                      <a:pPr algn="ctr">
                        <a:buNone/>
                      </a:pPr>
                      <a:r>
                        <a:rPr lang="en-US" sz="1600" dirty="0"/>
                        <a:t>712</a:t>
                      </a:r>
                    </a:p>
                  </a:txBody>
                  <a:tcPr marL="137160" marR="137160" marT="137160" marB="137160" anchor="ctr"/>
                </a:tc>
                <a:tc>
                  <a:txBody>
                    <a:bodyPr/>
                    <a:lstStyle/>
                    <a:p>
                      <a:pPr algn="ctr">
                        <a:buNone/>
                      </a:pPr>
                      <a:r>
                        <a:rPr lang="en-US" sz="1600" dirty="0"/>
                        <a:t>444</a:t>
                      </a:r>
                    </a:p>
                  </a:txBody>
                  <a:tcPr marL="137160" marR="137160" marT="137160" marB="137160" anchor="ctr"/>
                </a:tc>
                <a:tc>
                  <a:txBody>
                    <a:bodyPr/>
                    <a:lstStyle/>
                    <a:p>
                      <a:pPr algn="ctr">
                        <a:buNone/>
                      </a:pPr>
                      <a:r>
                        <a:rPr lang="en-US" sz="1600" dirty="0"/>
                        <a:t>1.60</a:t>
                      </a:r>
                    </a:p>
                  </a:txBody>
                  <a:tcPr marL="137160" marR="137160" marT="137160" marB="137160" anchor="ctr"/>
                </a:tc>
                <a:tc>
                  <a:txBody>
                    <a:bodyPr/>
                    <a:lstStyle/>
                    <a:p>
                      <a:pPr algn="ctr">
                        <a:buNone/>
                      </a:pPr>
                      <a:r>
                        <a:rPr lang="en-US" sz="1600" dirty="0"/>
                        <a:t>0.109</a:t>
                      </a:r>
                    </a:p>
                  </a:txBody>
                  <a:tcPr marL="137160" marR="137160" marT="137160" marB="137160" anchor="ctr"/>
                </a:tc>
                <a:extLst>
                  <a:ext uri="{0D108BD9-81ED-4DB2-BD59-A6C34878D82A}">
                    <a16:rowId xmlns:a16="http://schemas.microsoft.com/office/drawing/2014/main" val="49419678"/>
                  </a:ext>
                </a:extLst>
              </a:tr>
              <a:tr h="499374">
                <a:tc>
                  <a:txBody>
                    <a:bodyPr/>
                    <a:lstStyle/>
                    <a:p>
                      <a:pPr algn="ctr">
                        <a:buNone/>
                      </a:pPr>
                      <a:r>
                        <a:rPr lang="en-US" sz="1600" dirty="0">
                          <a:effectLst/>
                        </a:rPr>
                        <a:t>Target Field</a:t>
                      </a:r>
                    </a:p>
                  </a:txBody>
                  <a:tcPr marL="137160" marR="137160" marT="137160" marB="137160" anchor="ctr"/>
                </a:tc>
                <a:tc>
                  <a:txBody>
                    <a:bodyPr/>
                    <a:lstStyle/>
                    <a:p>
                      <a:pPr algn="ctr">
                        <a:buNone/>
                      </a:pPr>
                      <a:r>
                        <a:rPr lang="en-US" sz="1600" dirty="0"/>
                        <a:t>-2600</a:t>
                      </a:r>
                    </a:p>
                  </a:txBody>
                  <a:tcPr marL="137160" marR="137160" marT="137160" marB="137160" anchor="ctr"/>
                </a:tc>
                <a:tc>
                  <a:txBody>
                    <a:bodyPr/>
                    <a:lstStyle/>
                    <a:p>
                      <a:pPr algn="ctr">
                        <a:buNone/>
                      </a:pPr>
                      <a:r>
                        <a:rPr lang="en-US" sz="1600" dirty="0"/>
                        <a:t>353</a:t>
                      </a:r>
                    </a:p>
                  </a:txBody>
                  <a:tcPr marL="137160" marR="137160" marT="137160" marB="137160" anchor="ctr"/>
                </a:tc>
                <a:tc>
                  <a:txBody>
                    <a:bodyPr/>
                    <a:lstStyle/>
                    <a:p>
                      <a:pPr algn="ctr">
                        <a:buNone/>
                      </a:pPr>
                      <a:r>
                        <a:rPr lang="en-US" sz="1600" dirty="0"/>
                        <a:t>-7.37</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2190536882"/>
                  </a:ext>
                </a:extLst>
              </a:tr>
              <a:tr h="516593">
                <a:tc>
                  <a:txBody>
                    <a:bodyPr/>
                    <a:lstStyle/>
                    <a:p>
                      <a:pPr algn="ctr">
                        <a:buNone/>
                      </a:pPr>
                      <a:r>
                        <a:rPr lang="en-US" sz="1600" dirty="0">
                          <a:effectLst/>
                        </a:rPr>
                        <a:t>Tropicana Field</a:t>
                      </a:r>
                    </a:p>
                  </a:txBody>
                  <a:tcPr marL="137160" marR="137160" marT="137160" marB="137160" anchor="ctr"/>
                </a:tc>
                <a:tc>
                  <a:txBody>
                    <a:bodyPr/>
                    <a:lstStyle/>
                    <a:p>
                      <a:pPr algn="ctr">
                        <a:buNone/>
                      </a:pPr>
                      <a:r>
                        <a:rPr lang="en-US" sz="1600" dirty="0"/>
                        <a:t>-8932</a:t>
                      </a:r>
                    </a:p>
                  </a:txBody>
                  <a:tcPr marL="137160" marR="137160" marT="137160" marB="137160" anchor="ctr"/>
                </a:tc>
                <a:tc>
                  <a:txBody>
                    <a:bodyPr/>
                    <a:lstStyle/>
                    <a:p>
                      <a:pPr algn="ctr">
                        <a:buNone/>
                      </a:pPr>
                      <a:r>
                        <a:rPr lang="en-US" sz="1600" dirty="0"/>
                        <a:t>1043</a:t>
                      </a:r>
                    </a:p>
                  </a:txBody>
                  <a:tcPr marL="137160" marR="137160" marT="137160" marB="137160" anchor="ctr"/>
                </a:tc>
                <a:tc>
                  <a:txBody>
                    <a:bodyPr/>
                    <a:lstStyle/>
                    <a:p>
                      <a:pPr algn="ctr">
                        <a:buNone/>
                      </a:pPr>
                      <a:r>
                        <a:rPr lang="en-US" sz="1600" dirty="0"/>
                        <a:t>-8.56</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2146924767"/>
                  </a:ext>
                </a:extLst>
              </a:tr>
              <a:tr h="499374">
                <a:tc>
                  <a:txBody>
                    <a:bodyPr/>
                    <a:lstStyle/>
                    <a:p>
                      <a:pPr algn="ctr">
                        <a:buNone/>
                      </a:pPr>
                      <a:r>
                        <a:rPr lang="en-US" sz="1600" dirty="0">
                          <a:effectLst/>
                        </a:rPr>
                        <a:t>Truist Park</a:t>
                      </a:r>
                    </a:p>
                  </a:txBody>
                  <a:tcPr marL="137160" marR="137160" marT="137160" marB="137160" anchor="ctr"/>
                </a:tc>
                <a:tc>
                  <a:txBody>
                    <a:bodyPr/>
                    <a:lstStyle/>
                    <a:p>
                      <a:pPr algn="ctr">
                        <a:buNone/>
                      </a:pPr>
                      <a:r>
                        <a:rPr lang="en-US" sz="1600" dirty="0"/>
                        <a:t>2636</a:t>
                      </a:r>
                    </a:p>
                  </a:txBody>
                  <a:tcPr marL="137160" marR="137160" marT="137160" marB="137160" anchor="ctr"/>
                </a:tc>
                <a:tc>
                  <a:txBody>
                    <a:bodyPr/>
                    <a:lstStyle/>
                    <a:p>
                      <a:pPr algn="ctr">
                        <a:buNone/>
                      </a:pPr>
                      <a:r>
                        <a:rPr lang="en-US" sz="1600" dirty="0"/>
                        <a:t>438</a:t>
                      </a:r>
                    </a:p>
                  </a:txBody>
                  <a:tcPr marL="137160" marR="137160" marT="137160" marB="137160" anchor="ctr"/>
                </a:tc>
                <a:tc>
                  <a:txBody>
                    <a:bodyPr/>
                    <a:lstStyle/>
                    <a:p>
                      <a:pPr algn="ctr">
                        <a:buNone/>
                      </a:pPr>
                      <a:r>
                        <a:rPr lang="en-US" sz="1600" dirty="0"/>
                        <a:t>6.02</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3500457494"/>
                  </a:ext>
                </a:extLst>
              </a:tr>
              <a:tr h="499374">
                <a:tc>
                  <a:txBody>
                    <a:bodyPr/>
                    <a:lstStyle/>
                    <a:p>
                      <a:pPr algn="ctr">
                        <a:buNone/>
                      </a:pPr>
                      <a:r>
                        <a:rPr lang="en-US" sz="1600" dirty="0">
                          <a:effectLst/>
                        </a:rPr>
                        <a:t>Wrigley Field</a:t>
                      </a:r>
                    </a:p>
                  </a:txBody>
                  <a:tcPr marL="137160" marR="137160" marT="137160" marB="137160" anchor="ctr"/>
                </a:tc>
                <a:tc>
                  <a:txBody>
                    <a:bodyPr/>
                    <a:lstStyle/>
                    <a:p>
                      <a:pPr algn="ctr">
                        <a:buNone/>
                      </a:pPr>
                      <a:r>
                        <a:rPr lang="en-US" sz="1600" dirty="0"/>
                        <a:t>3900</a:t>
                      </a:r>
                    </a:p>
                  </a:txBody>
                  <a:tcPr marL="137160" marR="137160" marT="137160" marB="137160" anchor="ctr"/>
                </a:tc>
                <a:tc>
                  <a:txBody>
                    <a:bodyPr/>
                    <a:lstStyle/>
                    <a:p>
                      <a:pPr algn="ctr">
                        <a:buNone/>
                      </a:pPr>
                      <a:r>
                        <a:rPr lang="en-US" sz="1600" dirty="0"/>
                        <a:t>341</a:t>
                      </a:r>
                    </a:p>
                  </a:txBody>
                  <a:tcPr marL="137160" marR="137160" marT="137160" marB="137160" anchor="ctr"/>
                </a:tc>
                <a:tc>
                  <a:txBody>
                    <a:bodyPr/>
                    <a:lstStyle/>
                    <a:p>
                      <a:pPr algn="ctr">
                        <a:buNone/>
                      </a:pPr>
                      <a:r>
                        <a:rPr lang="en-US" sz="1600" dirty="0"/>
                        <a:t>11.43</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2640032015"/>
                  </a:ext>
                </a:extLst>
              </a:tr>
              <a:tr h="516593">
                <a:tc>
                  <a:txBody>
                    <a:bodyPr/>
                    <a:lstStyle/>
                    <a:p>
                      <a:pPr algn="ctr">
                        <a:buNone/>
                      </a:pPr>
                      <a:r>
                        <a:rPr lang="en-US" sz="1600" dirty="0">
                          <a:effectLst/>
                        </a:rPr>
                        <a:t>Yankee Stadium</a:t>
                      </a:r>
                    </a:p>
                  </a:txBody>
                  <a:tcPr marL="137160" marR="137160" marT="137160" marB="137160" anchor="ctr"/>
                </a:tc>
                <a:tc>
                  <a:txBody>
                    <a:bodyPr/>
                    <a:lstStyle/>
                    <a:p>
                      <a:pPr algn="ctr">
                        <a:buNone/>
                      </a:pPr>
                      <a:r>
                        <a:rPr lang="en-US" sz="1600" dirty="0"/>
                        <a:t>6939</a:t>
                      </a:r>
                    </a:p>
                  </a:txBody>
                  <a:tcPr marL="137160" marR="137160" marT="137160" marB="137160" anchor="ctr"/>
                </a:tc>
                <a:tc>
                  <a:txBody>
                    <a:bodyPr/>
                    <a:lstStyle/>
                    <a:p>
                      <a:pPr algn="ctr">
                        <a:buNone/>
                      </a:pPr>
                      <a:r>
                        <a:rPr lang="en-US" sz="1600" dirty="0"/>
                        <a:t>343</a:t>
                      </a:r>
                    </a:p>
                  </a:txBody>
                  <a:tcPr marL="137160" marR="137160" marT="137160" marB="137160" anchor="ctr"/>
                </a:tc>
                <a:tc>
                  <a:txBody>
                    <a:bodyPr/>
                    <a:lstStyle/>
                    <a:p>
                      <a:pPr algn="ctr">
                        <a:buNone/>
                      </a:pPr>
                      <a:r>
                        <a:rPr lang="en-US" sz="1600" dirty="0"/>
                        <a:t>20.21</a:t>
                      </a:r>
                    </a:p>
                  </a:txBody>
                  <a:tcPr marL="137160" marR="137160" marT="137160" marB="137160" anchor="ctr"/>
                </a:tc>
                <a:tc>
                  <a:txBody>
                    <a:bodyPr/>
                    <a:lstStyle/>
                    <a:p>
                      <a:pPr algn="ctr">
                        <a:buNone/>
                      </a:pPr>
                      <a:r>
                        <a:rPr lang="en-US" sz="1600" dirty="0"/>
                        <a:t>0.000</a:t>
                      </a:r>
                    </a:p>
                  </a:txBody>
                  <a:tcPr marL="137160" marR="137160" marT="137160" marB="137160" anchor="ctr"/>
                </a:tc>
                <a:extLst>
                  <a:ext uri="{0D108BD9-81ED-4DB2-BD59-A6C34878D82A}">
                    <a16:rowId xmlns:a16="http://schemas.microsoft.com/office/drawing/2014/main" val="3794658961"/>
                  </a:ext>
                </a:extLst>
              </a:tr>
            </a:tbl>
          </a:graphicData>
        </a:graphic>
      </p:graphicFrame>
      <p:sp>
        <p:nvSpPr>
          <p:cNvPr id="21" name="TextBox 20">
            <a:extLst>
              <a:ext uri="{FF2B5EF4-FFF2-40B4-BE49-F238E27FC236}">
                <a16:creationId xmlns:a16="http://schemas.microsoft.com/office/drawing/2014/main" id="{572F7FC9-22AC-01EE-0A97-2702B73ADFBD}"/>
              </a:ext>
            </a:extLst>
          </p:cNvPr>
          <p:cNvSpPr txBox="1"/>
          <p:nvPr/>
        </p:nvSpPr>
        <p:spPr>
          <a:xfrm>
            <a:off x="10858500" y="1160860"/>
            <a:ext cx="848320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ea typeface="Calibri"/>
                <a:cs typeface="Calibri"/>
              </a:rPr>
              <a:t>*Reference is Citi Field (NYM)</a:t>
            </a:r>
          </a:p>
        </p:txBody>
      </p:sp>
    </p:spTree>
    <p:extLst>
      <p:ext uri="{BB962C8B-B14F-4D97-AF65-F5344CB8AC3E}">
        <p14:creationId xmlns:p14="http://schemas.microsoft.com/office/powerpoint/2010/main" val="918368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D6D6-C607-F009-7DA8-3116B11998D5}"/>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FCA8218D-5449-1360-C247-EC7B5FA71315}"/>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2C1106A4-0AC6-5B04-CF6E-C5DC7BBA7E36}"/>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71A5E781-6322-17E0-B17A-42A8B18A6D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0E1FF1EB-6393-D32B-F465-4FE2EFE636EC}"/>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262046C8-15DE-CE8E-B731-8F1BDD8D8C17}"/>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DF65928A-7F40-CE9D-BF24-DD2A686AE18C}"/>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2164CEE3-D7FD-3B60-0B9D-350F5FAF2757}"/>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F27652FA-4D84-FBBD-06F4-D650B3578AB0}"/>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1F4FE94C-B65D-C2A8-DEB0-88033276E01E}"/>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9650" spc="-293">
                  <a:solidFill>
                    <a:srgbClr val="000000"/>
                  </a:solidFill>
                  <a:latin typeface="Paalalabas Wide"/>
                  <a:ea typeface="Paalalabas Wide"/>
                  <a:cs typeface="Paalalabas Wide"/>
                  <a:sym typeface="Paalalabas Wide"/>
                </a:rPr>
                <a:t>Results</a:t>
              </a:r>
              <a:endParaRPr lang="en-US" sz="9650"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EE6AE2DE-FFD6-C0F9-288E-4F1FEA91FC98}"/>
                </a:ext>
              </a:extLst>
            </p:cNvPr>
            <p:cNvSpPr txBox="1"/>
            <p:nvPr/>
          </p:nvSpPr>
          <p:spPr>
            <a:xfrm>
              <a:off x="1547446" y="1204546"/>
              <a:ext cx="212773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000"/>
            </a:p>
          </p:txBody>
        </p:sp>
        <p:sp>
          <p:nvSpPr>
            <p:cNvPr id="13" name="TextBox 12">
              <a:extLst>
                <a:ext uri="{FF2B5EF4-FFF2-40B4-BE49-F238E27FC236}">
                  <a16:creationId xmlns:a16="http://schemas.microsoft.com/office/drawing/2014/main" id="{004BE2DE-7ADD-E174-C06A-ECC3DA63796A}"/>
                </a:ext>
              </a:extLst>
            </p:cNvPr>
            <p:cNvSpPr txBox="1"/>
            <p:nvPr/>
          </p:nvSpPr>
          <p:spPr>
            <a:xfrm>
              <a:off x="-123092" y="3112476"/>
              <a:ext cx="17584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000"/>
            </a:p>
          </p:txBody>
        </p:sp>
      </p:grpSp>
      <p:sp>
        <p:nvSpPr>
          <p:cNvPr id="8" name="TextBox 7">
            <a:extLst>
              <a:ext uri="{FF2B5EF4-FFF2-40B4-BE49-F238E27FC236}">
                <a16:creationId xmlns:a16="http://schemas.microsoft.com/office/drawing/2014/main" id="{A82DECA2-3762-3A5D-F1C4-B41D412F2568}"/>
              </a:ext>
            </a:extLst>
          </p:cNvPr>
          <p:cNvSpPr txBox="1"/>
          <p:nvPr/>
        </p:nvSpPr>
        <p:spPr>
          <a:xfrm>
            <a:off x="1178719" y="2288841"/>
            <a:ext cx="15930560" cy="619599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857250" indent="-857250" algn="ctr">
              <a:lnSpc>
                <a:spcPct val="150000"/>
              </a:lnSpc>
              <a:buFont typeface="Arial"/>
              <a:buChar char="•"/>
            </a:pPr>
            <a:r>
              <a:rPr lang="en-US" sz="5400">
                <a:ea typeface="Calibri"/>
                <a:cs typeface="Calibri"/>
              </a:rPr>
              <a:t>Average Attendance Lag was statistically significant with a p-value of 0.000</a:t>
            </a:r>
          </a:p>
          <a:p>
            <a:pPr marL="857250" indent="-857250" algn="ctr">
              <a:lnSpc>
                <a:spcPct val="150000"/>
              </a:lnSpc>
              <a:buFont typeface="Arial"/>
              <a:buChar char="•"/>
            </a:pPr>
            <a:r>
              <a:rPr lang="en-US" sz="5400">
                <a:ea typeface="Calibri"/>
                <a:cs typeface="Calibri"/>
              </a:rPr>
              <a:t>The cubic term of home game number was also significant at the 0.05 level</a:t>
            </a:r>
          </a:p>
          <a:p>
            <a:pPr algn="ctr">
              <a:lnSpc>
                <a:spcPct val="150000"/>
              </a:lnSpc>
            </a:pPr>
            <a:endParaRPr lang="en-US" sz="5400">
              <a:ea typeface="Calibri"/>
              <a:cs typeface="Calibri"/>
            </a:endParaRPr>
          </a:p>
        </p:txBody>
      </p:sp>
    </p:spTree>
    <p:extLst>
      <p:ext uri="{BB962C8B-B14F-4D97-AF65-F5344CB8AC3E}">
        <p14:creationId xmlns:p14="http://schemas.microsoft.com/office/powerpoint/2010/main" val="918423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34D32-CD20-B235-BB74-C2EB73621036}"/>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5FD3A3B2-392C-FDF2-A943-ABC78E4DF514}"/>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8DEB50B2-E6F6-4F13-A25C-3EF93AA0D31E}"/>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24665BFA-5F71-3009-B1D9-41EA8214569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A6B41E97-2795-124C-1032-A7B3D9A962E4}"/>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862A0B76-015D-F905-9E4A-306B725FBBD7}"/>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6FC73521-1F7A-FB87-904E-1B42637FC451}"/>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864D3529-6092-00DB-A564-817042EAD401}"/>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85327E1C-BA53-EE39-7A41-4525289D7ACA}"/>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0165F578-82CA-B8F6-B3F1-EEE72CF2DE86}"/>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9650" spc="-293">
                  <a:solidFill>
                    <a:srgbClr val="000000"/>
                  </a:solidFill>
                  <a:latin typeface="Paalalabas Wide"/>
                  <a:ea typeface="Paalalabas Wide"/>
                  <a:cs typeface="Paalalabas Wide"/>
                  <a:sym typeface="Paalalabas Wide"/>
                </a:rPr>
                <a:t>Results</a:t>
              </a:r>
              <a:endParaRPr lang="en-US" sz="9650"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27CF5DE8-9B82-FB55-0FC1-08D862B094B3}"/>
                </a:ext>
              </a:extLst>
            </p:cNvPr>
            <p:cNvSpPr txBox="1"/>
            <p:nvPr/>
          </p:nvSpPr>
          <p:spPr>
            <a:xfrm>
              <a:off x="1547446" y="1204546"/>
              <a:ext cx="212773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000"/>
            </a:p>
          </p:txBody>
        </p:sp>
        <p:sp>
          <p:nvSpPr>
            <p:cNvPr id="13" name="TextBox 12">
              <a:extLst>
                <a:ext uri="{FF2B5EF4-FFF2-40B4-BE49-F238E27FC236}">
                  <a16:creationId xmlns:a16="http://schemas.microsoft.com/office/drawing/2014/main" id="{491F74BF-A8DC-7D54-2BE9-9F163AD1D5FE}"/>
                </a:ext>
              </a:extLst>
            </p:cNvPr>
            <p:cNvSpPr txBox="1"/>
            <p:nvPr/>
          </p:nvSpPr>
          <p:spPr>
            <a:xfrm>
              <a:off x="-123092" y="3112476"/>
              <a:ext cx="17584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000"/>
            </a:p>
          </p:txBody>
        </p:sp>
      </p:grpSp>
      <p:sp>
        <p:nvSpPr>
          <p:cNvPr id="8" name="TextBox 7">
            <a:extLst>
              <a:ext uri="{FF2B5EF4-FFF2-40B4-BE49-F238E27FC236}">
                <a16:creationId xmlns:a16="http://schemas.microsoft.com/office/drawing/2014/main" id="{135B49F9-EA1A-E221-E27C-CA71460B8DB2}"/>
              </a:ext>
            </a:extLst>
          </p:cNvPr>
          <p:cNvSpPr txBox="1"/>
          <p:nvPr/>
        </p:nvSpPr>
        <p:spPr>
          <a:xfrm>
            <a:off x="5447109" y="2835876"/>
            <a:ext cx="7393780" cy="3244543"/>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lnSpc>
                <a:spcPct val="150000"/>
              </a:lnSpc>
            </a:pPr>
            <a:r>
              <a:rPr lang="en-US" sz="7200" b="1">
                <a:ea typeface="Calibri"/>
                <a:cs typeface="Calibri"/>
              </a:rPr>
              <a:t>F-Statistic:</a:t>
            </a:r>
            <a:r>
              <a:rPr lang="en-US" sz="7200">
                <a:ea typeface="Calibri"/>
                <a:cs typeface="Calibri"/>
              </a:rPr>
              <a:t> 511.3</a:t>
            </a:r>
            <a:endParaRPr lang="en-US">
              <a:ea typeface="Calibri"/>
              <a:cs typeface="Calibri"/>
            </a:endParaRPr>
          </a:p>
          <a:p>
            <a:pPr algn="ctr">
              <a:lnSpc>
                <a:spcPct val="150000"/>
              </a:lnSpc>
            </a:pPr>
            <a:r>
              <a:rPr lang="en-US" sz="7200" b="1">
                <a:ea typeface="Calibri"/>
                <a:cs typeface="Calibri"/>
              </a:rPr>
              <a:t>P-Value:</a:t>
            </a:r>
            <a:r>
              <a:rPr lang="en-US" sz="7200">
                <a:ea typeface="Calibri"/>
                <a:cs typeface="Calibri"/>
              </a:rPr>
              <a:t> 0.000</a:t>
            </a:r>
          </a:p>
        </p:txBody>
      </p:sp>
      <p:sp>
        <p:nvSpPr>
          <p:cNvPr id="17" name="TextBox 16">
            <a:extLst>
              <a:ext uri="{FF2B5EF4-FFF2-40B4-BE49-F238E27FC236}">
                <a16:creationId xmlns:a16="http://schemas.microsoft.com/office/drawing/2014/main" id="{75BDC7E0-B224-5C88-C55F-F585F7246C44}"/>
              </a:ext>
            </a:extLst>
          </p:cNvPr>
          <p:cNvSpPr txBox="1"/>
          <p:nvPr/>
        </p:nvSpPr>
        <p:spPr>
          <a:xfrm>
            <a:off x="4893469" y="7143749"/>
            <a:ext cx="8483203"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ea typeface="Calibri"/>
                <a:cs typeface="Calibri"/>
              </a:rPr>
              <a:t>For practically any significant level, the coefficients of our final model are jointly significant</a:t>
            </a:r>
            <a:endParaRPr lang="en-US" sz="4400"/>
          </a:p>
        </p:txBody>
      </p:sp>
    </p:spTree>
    <p:extLst>
      <p:ext uri="{BB962C8B-B14F-4D97-AF65-F5344CB8AC3E}">
        <p14:creationId xmlns:p14="http://schemas.microsoft.com/office/powerpoint/2010/main" val="3090774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93CE2-DEE0-7B18-E587-8EA13D607E88}"/>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04BFBB1C-2A22-E962-E98A-9A3158ACE857}"/>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51929E2C-9A12-1C82-88D4-1929445A64B4}"/>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489FA806-DF24-7201-1A63-AD43BAC4E12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8A30365E-2B80-CD78-BDC7-FE6E912722A3}"/>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A7C0A07F-D77E-2AC7-1769-115D4648AB98}"/>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9444DC30-40DB-0220-0DCF-505F401AB1E2}"/>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8B9999F8-E837-2A65-3FF7-685236061F9C}"/>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0B93A986-D96A-7878-499F-C727B51F5D6D}"/>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9793D33F-86E8-B098-F429-63C29980596A}"/>
                </a:ext>
              </a:extLst>
            </p:cNvPr>
            <p:cNvSpPr txBox="1"/>
            <p:nvPr/>
          </p:nvSpPr>
          <p:spPr>
            <a:xfrm>
              <a:off x="3325997" y="613415"/>
              <a:ext cx="11636006" cy="1077218"/>
            </a:xfrm>
            <a:prstGeom prst="rect">
              <a:avLst/>
            </a:prstGeom>
          </p:spPr>
          <p:txBody>
            <a:bodyPr lIns="0" tIns="0" rIns="0" bIns="0" rtlCol="0" anchor="t">
              <a:spAutoFit/>
            </a:bodyPr>
            <a:lstStyle/>
            <a:p>
              <a:pPr algn="ctr">
                <a:lnSpc>
                  <a:spcPts val="8390"/>
                </a:lnSpc>
              </a:pPr>
              <a:r>
                <a:rPr lang="en-US" sz="9650" spc="-293">
                  <a:solidFill>
                    <a:srgbClr val="000000"/>
                  </a:solidFill>
                  <a:latin typeface="Paalalabas Wide"/>
                  <a:ea typeface="Paalalabas Wide"/>
                  <a:cs typeface="Paalalabas Wide"/>
                  <a:sym typeface="Paalalabas Wide"/>
                </a:rPr>
                <a:t>Conclusion</a:t>
              </a:r>
              <a:endParaRPr lang="en-US" sz="9650" spc="-293">
                <a:solidFill>
                  <a:srgbClr val="000000"/>
                </a:solidFill>
                <a:latin typeface="Paalalabas Wide"/>
                <a:ea typeface="Paalalabas Wide"/>
                <a:cs typeface="Paalalabas Wide"/>
              </a:endParaRPr>
            </a:p>
          </p:txBody>
        </p:sp>
        <p:sp>
          <p:nvSpPr>
            <p:cNvPr id="12" name="TextBox 11">
              <a:extLst>
                <a:ext uri="{FF2B5EF4-FFF2-40B4-BE49-F238E27FC236}">
                  <a16:creationId xmlns:a16="http://schemas.microsoft.com/office/drawing/2014/main" id="{D54081F3-A142-4D71-10F0-FC20F0662A46}"/>
                </a:ext>
              </a:extLst>
            </p:cNvPr>
            <p:cNvSpPr txBox="1"/>
            <p:nvPr/>
          </p:nvSpPr>
          <p:spPr>
            <a:xfrm>
              <a:off x="1547446" y="1204546"/>
              <a:ext cx="212773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000"/>
            </a:p>
          </p:txBody>
        </p:sp>
        <p:sp>
          <p:nvSpPr>
            <p:cNvPr id="13" name="TextBox 12">
              <a:extLst>
                <a:ext uri="{FF2B5EF4-FFF2-40B4-BE49-F238E27FC236}">
                  <a16:creationId xmlns:a16="http://schemas.microsoft.com/office/drawing/2014/main" id="{39270136-480A-EF06-02B5-2366DD4EFB8A}"/>
                </a:ext>
              </a:extLst>
            </p:cNvPr>
            <p:cNvSpPr txBox="1"/>
            <p:nvPr/>
          </p:nvSpPr>
          <p:spPr>
            <a:xfrm>
              <a:off x="-123092" y="3112476"/>
              <a:ext cx="17584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000"/>
            </a:p>
          </p:txBody>
        </p:sp>
      </p:grpSp>
      <p:sp>
        <p:nvSpPr>
          <p:cNvPr id="15" name="TextBox 14">
            <a:extLst>
              <a:ext uri="{FF2B5EF4-FFF2-40B4-BE49-F238E27FC236}">
                <a16:creationId xmlns:a16="http://schemas.microsoft.com/office/drawing/2014/main" id="{2602ECD3-0E39-05E3-98BD-E55D5D2630D1}"/>
              </a:ext>
            </a:extLst>
          </p:cNvPr>
          <p:cNvSpPr txBox="1"/>
          <p:nvPr/>
        </p:nvSpPr>
        <p:spPr>
          <a:xfrm>
            <a:off x="464344" y="2569409"/>
            <a:ext cx="17341451" cy="608134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857250" indent="-857250" algn="ctr">
              <a:lnSpc>
                <a:spcPct val="150000"/>
              </a:lnSpc>
              <a:buFont typeface="Arial"/>
              <a:buChar char="•"/>
            </a:pPr>
            <a:r>
              <a:rPr lang="en-US" sz="4400">
                <a:ea typeface="Calibri"/>
                <a:cs typeface="Calibri"/>
              </a:rPr>
              <a:t>Successfully modeled MLB attendance from the 2015-2025 seasons</a:t>
            </a:r>
            <a:endParaRPr lang="en-US" sz="4400"/>
          </a:p>
          <a:p>
            <a:pPr marL="857250" indent="-857250" algn="ctr">
              <a:lnSpc>
                <a:spcPct val="150000"/>
              </a:lnSpc>
              <a:buFont typeface="Arial"/>
              <a:buChar char="•"/>
            </a:pPr>
            <a:r>
              <a:rPr lang="en-US" sz="4400">
                <a:ea typeface="Calibri"/>
                <a:cs typeface="Calibri"/>
              </a:rPr>
              <a:t>Found coefficients to follow intuitive relationships of a fan's desire to attend a given game during the season</a:t>
            </a:r>
          </a:p>
          <a:p>
            <a:pPr marL="857250" indent="-857250" algn="ctr">
              <a:lnSpc>
                <a:spcPct val="150000"/>
              </a:lnSpc>
              <a:buFont typeface="Arial"/>
              <a:buChar char="•"/>
            </a:pPr>
            <a:r>
              <a:rPr lang="en-US" sz="4400">
                <a:ea typeface="Calibri"/>
                <a:cs typeface="Calibri"/>
              </a:rPr>
              <a:t>Discovered useful insights that can be applied to teams across the industry and help improve their ticketing strategies </a:t>
            </a:r>
          </a:p>
          <a:p>
            <a:pPr algn="ctr">
              <a:lnSpc>
                <a:spcPct val="150000"/>
              </a:lnSpc>
            </a:pPr>
            <a:endParaRPr lang="en-US" sz="4400">
              <a:ea typeface="Calibri"/>
              <a:cs typeface="Calibri"/>
            </a:endParaRPr>
          </a:p>
        </p:txBody>
      </p:sp>
    </p:spTree>
    <p:extLst>
      <p:ext uri="{BB962C8B-B14F-4D97-AF65-F5344CB8AC3E}">
        <p14:creationId xmlns:p14="http://schemas.microsoft.com/office/powerpoint/2010/main" val="2459656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23361-A2DC-7141-C7FA-707BCD17DE1A}"/>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41465237-5F3F-DE3A-4278-FD0B4A8E1559}"/>
              </a:ext>
            </a:extLst>
          </p:cNvPr>
          <p:cNvSpPr txBox="1"/>
          <p:nvPr/>
        </p:nvSpPr>
        <p:spPr>
          <a:xfrm>
            <a:off x="16994834" y="10003690"/>
            <a:ext cx="1293166" cy="243656"/>
          </a:xfrm>
          <a:prstGeom prst="rect">
            <a:avLst/>
          </a:prstGeom>
        </p:spPr>
        <p:txBody>
          <a:bodyPr lIns="0" tIns="0" rIns="0" bIns="0" rtlCol="0" anchor="t">
            <a:spAutoFit/>
          </a:bodyPr>
          <a:lstStyle/>
          <a:p>
            <a:pPr algn="ctr">
              <a:lnSpc>
                <a:spcPts val="1900"/>
              </a:lnSpc>
            </a:pPr>
            <a:r>
              <a:rPr lang="en-US" sz="2300" spc="-16">
                <a:solidFill>
                  <a:srgbClr val="000000"/>
                </a:solidFill>
                <a:latin typeface="Paalalabas Wide"/>
                <a:ea typeface="Paalalabas Wide"/>
                <a:cs typeface="Paalalabas Wide"/>
                <a:sym typeface="Paalalabas Wide"/>
              </a:rPr>
              <a:t>6.</a:t>
            </a:r>
          </a:p>
        </p:txBody>
      </p:sp>
      <p:grpSp>
        <p:nvGrpSpPr>
          <p:cNvPr id="14" name="Group 13">
            <a:extLst>
              <a:ext uri="{FF2B5EF4-FFF2-40B4-BE49-F238E27FC236}">
                <a16:creationId xmlns:a16="http://schemas.microsoft.com/office/drawing/2014/main" id="{3711F463-3531-CE2C-AE36-528FC1FEF376}"/>
              </a:ext>
            </a:extLst>
          </p:cNvPr>
          <p:cNvGrpSpPr/>
          <p:nvPr/>
        </p:nvGrpSpPr>
        <p:grpSpPr>
          <a:xfrm>
            <a:off x="-1868558" y="0"/>
            <a:ext cx="22841692" cy="19515413"/>
            <a:chOff x="-1868558" y="0"/>
            <a:chExt cx="22841692" cy="19515413"/>
          </a:xfrm>
        </p:grpSpPr>
        <p:sp>
          <p:nvSpPr>
            <p:cNvPr id="2" name="Freeform 2">
              <a:extLst>
                <a:ext uri="{FF2B5EF4-FFF2-40B4-BE49-F238E27FC236}">
                  <a16:creationId xmlns:a16="http://schemas.microsoft.com/office/drawing/2014/main" id="{8C7FE931-93FC-2ECC-A3BB-137A107A4FE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6F069F3D-F50E-BBBC-6FF3-05E3FBEC4B5B}"/>
                </a:ext>
              </a:extLst>
            </p:cNvPr>
            <p:cNvSpPr/>
            <p:nvPr/>
          </p:nvSpPr>
          <p:spPr>
            <a:xfrm>
              <a:off x="828333" y="2332214"/>
              <a:ext cx="16631335" cy="17183199"/>
            </a:xfrm>
            <a:custGeom>
              <a:avLst/>
              <a:gdLst/>
              <a:ahLst/>
              <a:cxnLst/>
              <a:rect l="l" t="t" r="r" b="b"/>
              <a:pathLst>
                <a:path w="16631335" h="17183199">
                  <a:moveTo>
                    <a:pt x="0" y="0"/>
                  </a:moveTo>
                  <a:lnTo>
                    <a:pt x="16631334" y="0"/>
                  </a:lnTo>
                  <a:lnTo>
                    <a:pt x="16631334" y="17183199"/>
                  </a:lnTo>
                  <a:lnTo>
                    <a:pt x="0" y="17183199"/>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a:extLst>
                <a:ext uri="{FF2B5EF4-FFF2-40B4-BE49-F238E27FC236}">
                  <a16:creationId xmlns:a16="http://schemas.microsoft.com/office/drawing/2014/main" id="{EDE9EAA1-CBE8-4322-B0DC-A696DF6C58E9}"/>
                </a:ext>
              </a:extLst>
            </p:cNvPr>
            <p:cNvSpPr/>
            <p:nvPr/>
          </p:nvSpPr>
          <p:spPr>
            <a:xfrm rot="20662631">
              <a:off x="13424367" y="5653368"/>
              <a:ext cx="7548767" cy="7564829"/>
            </a:xfrm>
            <a:custGeom>
              <a:avLst/>
              <a:gdLst/>
              <a:ahLst/>
              <a:cxnLst/>
              <a:rect l="l" t="t" r="r" b="b"/>
              <a:pathLst>
                <a:path w="7548767" h="7564829">
                  <a:moveTo>
                    <a:pt x="0" y="0"/>
                  </a:moveTo>
                  <a:lnTo>
                    <a:pt x="7548767" y="0"/>
                  </a:lnTo>
                  <a:lnTo>
                    <a:pt x="7548767" y="7564828"/>
                  </a:lnTo>
                  <a:lnTo>
                    <a:pt x="0" y="7564828"/>
                  </a:lnTo>
                  <a:lnTo>
                    <a:pt x="0" y="0"/>
                  </a:lnTo>
                  <a:close/>
                </a:path>
              </a:pathLst>
            </a:custGeom>
            <a:blipFill>
              <a:blip r:embed="rId5">
                <a:alphaModFix amt="46000"/>
              </a:blip>
              <a:stretch>
                <a:fillRect/>
              </a:stretch>
            </a:blipFill>
          </p:spPr>
        </p:sp>
        <p:sp>
          <p:nvSpPr>
            <p:cNvPr id="5" name="Freeform 5">
              <a:extLst>
                <a:ext uri="{FF2B5EF4-FFF2-40B4-BE49-F238E27FC236}">
                  <a16:creationId xmlns:a16="http://schemas.microsoft.com/office/drawing/2014/main" id="{251E529C-2BE7-00F1-758B-2321A3072E12}"/>
                </a:ext>
              </a:extLst>
            </p:cNvPr>
            <p:cNvSpPr/>
            <p:nvPr/>
          </p:nvSpPr>
          <p:spPr>
            <a:xfrm rot="20662631">
              <a:off x="14649276" y="6406652"/>
              <a:ext cx="5671168" cy="4964280"/>
            </a:xfrm>
            <a:custGeom>
              <a:avLst/>
              <a:gdLst/>
              <a:ahLst/>
              <a:cxnLst/>
              <a:rect l="l" t="t" r="r" b="b"/>
              <a:pathLst>
                <a:path w="5671168" h="4964280">
                  <a:moveTo>
                    <a:pt x="0" y="0"/>
                  </a:moveTo>
                  <a:lnTo>
                    <a:pt x="5671168" y="0"/>
                  </a:lnTo>
                  <a:lnTo>
                    <a:pt x="5671168" y="4964279"/>
                  </a:lnTo>
                  <a:lnTo>
                    <a:pt x="0" y="49642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2420EEBD-89CA-18F6-6A5B-EF81AB8FAA7E}"/>
                </a:ext>
              </a:extLst>
            </p:cNvPr>
            <p:cNvSpPr/>
            <p:nvPr/>
          </p:nvSpPr>
          <p:spPr>
            <a:xfrm rot="1435799">
              <a:off x="-1868558" y="5982489"/>
              <a:ext cx="7548767" cy="7564829"/>
            </a:xfrm>
            <a:custGeom>
              <a:avLst/>
              <a:gdLst/>
              <a:ahLst/>
              <a:cxnLst/>
              <a:rect l="l" t="t" r="r" b="b"/>
              <a:pathLst>
                <a:path w="7548767" h="7564829">
                  <a:moveTo>
                    <a:pt x="0" y="0"/>
                  </a:moveTo>
                  <a:lnTo>
                    <a:pt x="7548768" y="0"/>
                  </a:lnTo>
                  <a:lnTo>
                    <a:pt x="7548768" y="7564829"/>
                  </a:lnTo>
                  <a:lnTo>
                    <a:pt x="0" y="7564829"/>
                  </a:lnTo>
                  <a:lnTo>
                    <a:pt x="0" y="0"/>
                  </a:lnTo>
                  <a:close/>
                </a:path>
              </a:pathLst>
            </a:custGeom>
            <a:blipFill>
              <a:blip r:embed="rId5">
                <a:alphaModFix amt="46000"/>
              </a:blip>
              <a:stretch>
                <a:fillRect/>
              </a:stretch>
            </a:blipFill>
          </p:spPr>
        </p:sp>
        <p:sp>
          <p:nvSpPr>
            <p:cNvPr id="7" name="Freeform 7">
              <a:extLst>
                <a:ext uri="{FF2B5EF4-FFF2-40B4-BE49-F238E27FC236}">
                  <a16:creationId xmlns:a16="http://schemas.microsoft.com/office/drawing/2014/main" id="{49140535-5DBE-943E-39EF-F61AF5750272}"/>
                </a:ext>
              </a:extLst>
            </p:cNvPr>
            <p:cNvSpPr/>
            <p:nvPr/>
          </p:nvSpPr>
          <p:spPr>
            <a:xfrm rot="1435799">
              <a:off x="-929758" y="7005958"/>
              <a:ext cx="5671168" cy="4964280"/>
            </a:xfrm>
            <a:custGeom>
              <a:avLst/>
              <a:gdLst/>
              <a:ahLst/>
              <a:cxnLst/>
              <a:rect l="l" t="t" r="r" b="b"/>
              <a:pathLst>
                <a:path w="5671168" h="4964280">
                  <a:moveTo>
                    <a:pt x="0" y="0"/>
                  </a:moveTo>
                  <a:lnTo>
                    <a:pt x="5671168" y="0"/>
                  </a:lnTo>
                  <a:lnTo>
                    <a:pt x="5671168" y="4964280"/>
                  </a:lnTo>
                  <a:lnTo>
                    <a:pt x="0" y="4964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EC0BEC61-FAB3-9B0D-8D45-2087928FAFD6}"/>
                </a:ext>
              </a:extLst>
            </p:cNvPr>
            <p:cNvSpPr txBox="1"/>
            <p:nvPr/>
          </p:nvSpPr>
          <p:spPr>
            <a:xfrm>
              <a:off x="3325997" y="4011100"/>
              <a:ext cx="11636006" cy="2154436"/>
            </a:xfrm>
            <a:prstGeom prst="rect">
              <a:avLst/>
            </a:prstGeom>
          </p:spPr>
          <p:txBody>
            <a:bodyPr lIns="0" tIns="0" rIns="0" bIns="0" rtlCol="0" anchor="t">
              <a:spAutoFit/>
            </a:bodyPr>
            <a:lstStyle/>
            <a:p>
              <a:pPr algn="ctr">
                <a:lnSpc>
                  <a:spcPts val="8390"/>
                </a:lnSpc>
              </a:pPr>
              <a:r>
                <a:rPr lang="en-US" sz="10100" spc="-293">
                  <a:solidFill>
                    <a:srgbClr val="000000"/>
                  </a:solidFill>
                  <a:latin typeface="Paalalabas Wide"/>
                  <a:sym typeface="Paalalabas Wide"/>
                </a:rPr>
                <a:t>THANK YOU FOR WATCHING</a:t>
              </a:r>
              <a:endParaRPr lang="en-US" sz="10100" spc="-293">
                <a:latin typeface="Paalalabas Wide"/>
              </a:endParaRPr>
            </a:p>
          </p:txBody>
        </p:sp>
        <p:sp>
          <p:nvSpPr>
            <p:cNvPr id="12" name="TextBox 11">
              <a:extLst>
                <a:ext uri="{FF2B5EF4-FFF2-40B4-BE49-F238E27FC236}">
                  <a16:creationId xmlns:a16="http://schemas.microsoft.com/office/drawing/2014/main" id="{E936189A-F277-BBAF-2F66-C079CB0418BB}"/>
                </a:ext>
              </a:extLst>
            </p:cNvPr>
            <p:cNvSpPr txBox="1"/>
            <p:nvPr/>
          </p:nvSpPr>
          <p:spPr>
            <a:xfrm>
              <a:off x="1547446" y="1204546"/>
              <a:ext cx="2127738" cy="597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560640A2-2F04-9A35-A8B2-45F6AF702229}"/>
                </a:ext>
              </a:extLst>
            </p:cNvPr>
            <p:cNvSpPr txBox="1"/>
            <p:nvPr/>
          </p:nvSpPr>
          <p:spPr>
            <a:xfrm>
              <a:off x="-123092" y="3112476"/>
              <a:ext cx="1758461" cy="509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spTree>
    <p:extLst>
      <p:ext uri="{BB962C8B-B14F-4D97-AF65-F5344CB8AC3E}">
        <p14:creationId xmlns:p14="http://schemas.microsoft.com/office/powerpoint/2010/main" val="2406311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23</Slides>
  <Notes>4</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Simple Illustrated  Baseball Game Presentation</dc:title>
  <cp:revision>10</cp:revision>
  <dcterms:created xsi:type="dcterms:W3CDTF">2006-08-16T00:00:00Z</dcterms:created>
  <dcterms:modified xsi:type="dcterms:W3CDTF">2025-12-14T22:37:44Z</dcterms:modified>
  <dc:identifier>DAG5eDX5OXA</dc:identifier>
</cp:coreProperties>
</file>